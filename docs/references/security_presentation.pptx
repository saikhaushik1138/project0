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2"/>
  </p:notesMasterIdLst>
  <p:handoutMasterIdLst>
    <p:handoutMasterId r:id="rId33"/>
  </p:handoutMasterIdLst>
  <p:sldIdLst>
    <p:sldId id="312" r:id="rId5"/>
    <p:sldId id="304" r:id="rId6"/>
    <p:sldId id="307" r:id="rId7"/>
    <p:sldId id="281" r:id="rId8"/>
    <p:sldId id="282" r:id="rId9"/>
    <p:sldId id="314" r:id="rId10"/>
    <p:sldId id="335" r:id="rId11"/>
    <p:sldId id="336" r:id="rId12"/>
    <p:sldId id="319" r:id="rId13"/>
    <p:sldId id="337" r:id="rId14"/>
    <p:sldId id="318" r:id="rId15"/>
    <p:sldId id="317" r:id="rId16"/>
    <p:sldId id="322" r:id="rId17"/>
    <p:sldId id="315" r:id="rId18"/>
    <p:sldId id="323" r:id="rId19"/>
    <p:sldId id="324" r:id="rId20"/>
    <p:sldId id="325" r:id="rId21"/>
    <p:sldId id="327" r:id="rId22"/>
    <p:sldId id="328" r:id="rId23"/>
    <p:sldId id="321" r:id="rId24"/>
    <p:sldId id="329" r:id="rId25"/>
    <p:sldId id="330" r:id="rId26"/>
    <p:sldId id="331" r:id="rId27"/>
    <p:sldId id="332" r:id="rId28"/>
    <p:sldId id="333" r:id="rId29"/>
    <p:sldId id="334" r:id="rId30"/>
    <p:sldId id="297" r:id="rId3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C3E8"/>
    <a:srgbClr val="F5CDCE"/>
    <a:srgbClr val="202C8F"/>
    <a:srgbClr val="FDFBF6"/>
    <a:srgbClr val="AAC4E9"/>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56BCEB-D3CD-9212-0BE4-B2C5B4CC84B8}" v="133" dt="2026-07-13T09:48:54.347"/>
    <p1510:client id="{5374954D-F8E9-4E36-9FDC-321EF0AED716}" v="1" dt="2026-07-13T10:39:00.445"/>
    <p1510:client id="{97F17DCD-7762-C613-D32E-2F8CB8563C9A}" v="32" dt="2026-07-15T08:38:18.929"/>
    <p1510:client id="{E058CC4B-6597-96ED-8404-06A21BC2EC83}" v="42" dt="2026-07-15T01:11:48.925"/>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249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KHAUSHIK P S - [CB.SC.U4CYS25143]" userId="S::cb.sc.u4cys25143@cb.students.amrita.edu::5aeb39b9-7944-44fa-aa59-e3b543370d57" providerId="AD" clId="Web-{97F17DCD-7762-C613-D32E-2F8CB8563C9A}"/>
    <pc:docChg chg="delSld modSld sldOrd">
      <pc:chgData name="SAI KHAUSHIK P S - [CB.SC.U4CYS25143]" userId="S::cb.sc.u4cys25143@cb.students.amrita.edu::5aeb39b9-7944-44fa-aa59-e3b543370d57" providerId="AD" clId="Web-{97F17DCD-7762-C613-D32E-2F8CB8563C9A}" dt="2026-07-15T08:38:18.929" v="31" actId="1076"/>
      <pc:docMkLst>
        <pc:docMk/>
      </pc:docMkLst>
      <pc:sldChg chg="ord">
        <pc:chgData name="SAI KHAUSHIK P S - [CB.SC.U4CYS25143]" userId="S::cb.sc.u4cys25143@cb.students.amrita.edu::5aeb39b9-7944-44fa-aa59-e3b543370d57" providerId="AD" clId="Web-{97F17DCD-7762-C613-D32E-2F8CB8563C9A}" dt="2026-07-15T08:31:52.255" v="1"/>
        <pc:sldMkLst>
          <pc:docMk/>
          <pc:sldMk cId="1973173046" sldId="297"/>
        </pc:sldMkLst>
      </pc:sldChg>
      <pc:sldChg chg="addSp modSp ord">
        <pc:chgData name="SAI KHAUSHIK P S - [CB.SC.U4CYS25143]" userId="S::cb.sc.u4cys25143@cb.students.amrita.edu::5aeb39b9-7944-44fa-aa59-e3b543370d57" providerId="AD" clId="Web-{97F17DCD-7762-C613-D32E-2F8CB8563C9A}" dt="2026-07-15T08:37:34.522" v="24" actId="1076"/>
        <pc:sldMkLst>
          <pc:docMk/>
          <pc:sldMk cId="3810174358" sldId="329"/>
        </pc:sldMkLst>
        <pc:picChg chg="add mod">
          <ac:chgData name="SAI KHAUSHIK P S - [CB.SC.U4CYS25143]" userId="S::cb.sc.u4cys25143@cb.students.amrita.edu::5aeb39b9-7944-44fa-aa59-e3b543370d57" providerId="AD" clId="Web-{97F17DCD-7762-C613-D32E-2F8CB8563C9A}" dt="2026-07-15T08:37:34.522" v="24" actId="1076"/>
          <ac:picMkLst>
            <pc:docMk/>
            <pc:sldMk cId="3810174358" sldId="329"/>
            <ac:picMk id="5" creationId="{A2EA1758-F119-AD39-C911-125D2927890D}"/>
          </ac:picMkLst>
        </pc:picChg>
      </pc:sldChg>
      <pc:sldChg chg="addSp modSp ord">
        <pc:chgData name="SAI KHAUSHIK P S - [CB.SC.U4CYS25143]" userId="S::cb.sc.u4cys25143@cb.students.amrita.edu::5aeb39b9-7944-44fa-aa59-e3b543370d57" providerId="AD" clId="Web-{97F17DCD-7762-C613-D32E-2F8CB8563C9A}" dt="2026-07-15T08:38:18.929" v="31" actId="1076"/>
        <pc:sldMkLst>
          <pc:docMk/>
          <pc:sldMk cId="1980295303" sldId="330"/>
        </pc:sldMkLst>
        <pc:spChg chg="mod">
          <ac:chgData name="SAI KHAUSHIK P S - [CB.SC.U4CYS25143]" userId="S::cb.sc.u4cys25143@cb.students.amrita.edu::5aeb39b9-7944-44fa-aa59-e3b543370d57" providerId="AD" clId="Web-{97F17DCD-7762-C613-D32E-2F8CB8563C9A}" dt="2026-07-15T08:38:18.929" v="31" actId="1076"/>
          <ac:spMkLst>
            <pc:docMk/>
            <pc:sldMk cId="1980295303" sldId="330"/>
            <ac:spMk id="2" creationId="{6609770B-5875-5EAB-4C6F-193AAAD5C8D8}"/>
          </ac:spMkLst>
        </pc:spChg>
        <pc:spChg chg="mod">
          <ac:chgData name="SAI KHAUSHIK P S - [CB.SC.U4CYS25143]" userId="S::cb.sc.u4cys25143@cb.students.amrita.edu::5aeb39b9-7944-44fa-aa59-e3b543370d57" providerId="AD" clId="Web-{97F17DCD-7762-C613-D32E-2F8CB8563C9A}" dt="2026-07-15T08:38:10.960" v="29" actId="1076"/>
          <ac:spMkLst>
            <pc:docMk/>
            <pc:sldMk cId="1980295303" sldId="330"/>
            <ac:spMk id="4" creationId="{851848D8-DC97-9506-8B0B-8FEDF106D235}"/>
          </ac:spMkLst>
        </pc:spChg>
        <pc:picChg chg="add mod">
          <ac:chgData name="SAI KHAUSHIK P S - [CB.SC.U4CYS25143]" userId="S::cb.sc.u4cys25143@cb.students.amrita.edu::5aeb39b9-7944-44fa-aa59-e3b543370d57" providerId="AD" clId="Web-{97F17DCD-7762-C613-D32E-2F8CB8563C9A}" dt="2026-07-15T08:38:14.257" v="30" actId="1076"/>
          <ac:picMkLst>
            <pc:docMk/>
            <pc:sldMk cId="1980295303" sldId="330"/>
            <ac:picMk id="5" creationId="{A8961795-79CE-AAE8-AD25-4963A0A875D3}"/>
          </ac:picMkLst>
        </pc:picChg>
      </pc:sldChg>
      <pc:sldChg chg="ord">
        <pc:chgData name="SAI KHAUSHIK P S - [CB.SC.U4CYS25143]" userId="S::cb.sc.u4cys25143@cb.students.amrita.edu::5aeb39b9-7944-44fa-aa59-e3b543370d57" providerId="AD" clId="Web-{97F17DCD-7762-C613-D32E-2F8CB8563C9A}" dt="2026-07-15T08:35:46.350" v="19"/>
        <pc:sldMkLst>
          <pc:docMk/>
          <pc:sldMk cId="3654758626" sldId="331"/>
        </pc:sldMkLst>
      </pc:sldChg>
      <pc:sldChg chg="modSp">
        <pc:chgData name="SAI KHAUSHIK P S - [CB.SC.U4CYS25143]" userId="S::cb.sc.u4cys25143@cb.students.amrita.edu::5aeb39b9-7944-44fa-aa59-e3b543370d57" providerId="AD" clId="Web-{97F17DCD-7762-C613-D32E-2F8CB8563C9A}" dt="2026-07-15T08:33:41.521" v="17" actId="14100"/>
        <pc:sldMkLst>
          <pc:docMk/>
          <pc:sldMk cId="3983680154" sldId="332"/>
        </pc:sldMkLst>
        <pc:picChg chg="mod">
          <ac:chgData name="SAI KHAUSHIK P S - [CB.SC.U4CYS25143]" userId="S::cb.sc.u4cys25143@cb.students.amrita.edu::5aeb39b9-7944-44fa-aa59-e3b543370d57" providerId="AD" clId="Web-{97F17DCD-7762-C613-D32E-2F8CB8563C9A}" dt="2026-07-15T08:33:41.521" v="17" actId="14100"/>
          <ac:picMkLst>
            <pc:docMk/>
            <pc:sldMk cId="3983680154" sldId="332"/>
            <ac:picMk id="9" creationId="{E5FFCC41-49FC-8205-FE63-A6F2186A4140}"/>
          </ac:picMkLst>
        </pc:picChg>
      </pc:sldChg>
      <pc:sldChg chg="ord">
        <pc:chgData name="SAI KHAUSHIK P S - [CB.SC.U4CYS25143]" userId="S::cb.sc.u4cys25143@cb.students.amrita.edu::5aeb39b9-7944-44fa-aa59-e3b543370d57" providerId="AD" clId="Web-{97F17DCD-7762-C613-D32E-2F8CB8563C9A}" dt="2026-07-15T08:32:51.490" v="15"/>
        <pc:sldMkLst>
          <pc:docMk/>
          <pc:sldMk cId="1722402892" sldId="335"/>
        </pc:sldMkLst>
      </pc:sldChg>
      <pc:sldChg chg="ord">
        <pc:chgData name="SAI KHAUSHIK P S - [CB.SC.U4CYS25143]" userId="S::cb.sc.u4cys25143@cb.students.amrita.edu::5aeb39b9-7944-44fa-aa59-e3b543370d57" providerId="AD" clId="Web-{97F17DCD-7762-C613-D32E-2F8CB8563C9A}" dt="2026-07-15T08:32:51.474" v="14"/>
        <pc:sldMkLst>
          <pc:docMk/>
          <pc:sldMk cId="714922361" sldId="336"/>
        </pc:sldMkLst>
      </pc:sldChg>
      <pc:sldChg chg="ord">
        <pc:chgData name="SAI KHAUSHIK P S - [CB.SC.U4CYS25143]" userId="S::cb.sc.u4cys25143@cb.students.amrita.edu::5aeb39b9-7944-44fa-aa59-e3b543370d57" providerId="AD" clId="Web-{97F17DCD-7762-C613-D32E-2F8CB8563C9A}" dt="2026-07-15T08:33:01.021" v="16"/>
        <pc:sldMkLst>
          <pc:docMk/>
          <pc:sldMk cId="1074295879" sldId="337"/>
        </pc:sldMkLst>
      </pc:sldChg>
      <pc:sldChg chg="del">
        <pc:chgData name="SAI KHAUSHIK P S - [CB.SC.U4CYS25143]" userId="S::cb.sc.u4cys25143@cb.students.amrita.edu::5aeb39b9-7944-44fa-aa59-e3b543370d57" providerId="AD" clId="Web-{97F17DCD-7762-C613-D32E-2F8CB8563C9A}" dt="2026-07-15T08:31:49.177" v="0"/>
        <pc:sldMkLst>
          <pc:docMk/>
          <pc:sldMk cId="1858128158" sldId="338"/>
        </pc:sldMkLst>
      </pc:sldChg>
    </pc:docChg>
  </pc:docChgLst>
  <pc:docChgLst>
    <pc:chgData name="SAI KHAUSHIK P S - [CB.SC.U4CYS25143]" userId="5aeb39b9-7944-44fa-aa59-e3b543370d57" providerId="ADAL" clId="{D5D9B405-D053-4084-88D8-848048CA82B6}"/>
    <pc:docChg chg="undo custSel modSld sldOrd">
      <pc:chgData name="SAI KHAUSHIK P S - [CB.SC.U4CYS25143]" userId="5aeb39b9-7944-44fa-aa59-e3b543370d57" providerId="ADAL" clId="{D5D9B405-D053-4084-88D8-848048CA82B6}" dt="2026-07-05T12:21:42.460" v="700" actId="1076"/>
      <pc:docMkLst>
        <pc:docMk/>
      </pc:docMkLst>
      <pc:sldChg chg="addSp delSp modSp mod">
        <pc:chgData name="SAI KHAUSHIK P S - [CB.SC.U4CYS25143]" userId="5aeb39b9-7944-44fa-aa59-e3b543370d57" providerId="ADAL" clId="{D5D9B405-D053-4084-88D8-848048CA82B6}" dt="2026-07-05T12:21:42.460" v="700" actId="1076"/>
        <pc:sldMkLst>
          <pc:docMk/>
          <pc:sldMk cId="2952923800" sldId="281"/>
        </pc:sldMkLst>
        <pc:spChg chg="mod">
          <ac:chgData name="SAI KHAUSHIK P S - [CB.SC.U4CYS25143]" userId="5aeb39b9-7944-44fa-aa59-e3b543370d57" providerId="ADAL" clId="{D5D9B405-D053-4084-88D8-848048CA82B6}" dt="2026-07-05T12:21:42.460" v="700" actId="1076"/>
          <ac:spMkLst>
            <pc:docMk/>
            <pc:sldMk cId="2952923800" sldId="281"/>
            <ac:spMk id="2" creationId="{D53B219B-7E3A-7E84-6386-37313F0CFB09}"/>
          </ac:spMkLst>
        </pc:spChg>
        <pc:spChg chg="add mod">
          <ac:chgData name="SAI KHAUSHIK P S - [CB.SC.U4CYS25143]" userId="5aeb39b9-7944-44fa-aa59-e3b543370d57" providerId="ADAL" clId="{D5D9B405-D053-4084-88D8-848048CA82B6}" dt="2026-07-05T12:21:39.441" v="699" actId="1076"/>
          <ac:spMkLst>
            <pc:docMk/>
            <pc:sldMk cId="2952923800" sldId="281"/>
            <ac:spMk id="16" creationId="{A3545DC8-793B-D6E8-DA52-4079F06ADF22}"/>
          </ac:spMkLst>
        </pc:spChg>
        <pc:picChg chg="add mod">
          <ac:chgData name="SAI KHAUSHIK P S - [CB.SC.U4CYS25143]" userId="5aeb39b9-7944-44fa-aa59-e3b543370d57" providerId="ADAL" clId="{D5D9B405-D053-4084-88D8-848048CA82B6}" dt="2026-07-05T12:21:39.441" v="699" actId="1076"/>
          <ac:picMkLst>
            <pc:docMk/>
            <pc:sldMk cId="2952923800" sldId="281"/>
            <ac:picMk id="18" creationId="{B8E122C5-FD20-1715-DD1D-0C35076DBBD2}"/>
          </ac:picMkLst>
        </pc:picChg>
      </pc:sldChg>
      <pc:sldChg chg="addSp delSp modSp mod">
        <pc:chgData name="SAI KHAUSHIK P S - [CB.SC.U4CYS25143]" userId="5aeb39b9-7944-44fa-aa59-e3b543370d57" providerId="ADAL" clId="{D5D9B405-D053-4084-88D8-848048CA82B6}" dt="2026-07-05T12:11:23.080" v="578" actId="1076"/>
        <pc:sldMkLst>
          <pc:docMk/>
          <pc:sldMk cId="685681062" sldId="282"/>
        </pc:sldMkLst>
        <pc:spChg chg="mod">
          <ac:chgData name="SAI KHAUSHIK P S - [CB.SC.U4CYS25143]" userId="5aeb39b9-7944-44fa-aa59-e3b543370d57" providerId="ADAL" clId="{D5D9B405-D053-4084-88D8-848048CA82B6}" dt="2026-07-05T12:11:23.080" v="578" actId="1076"/>
          <ac:spMkLst>
            <pc:docMk/>
            <pc:sldMk cId="685681062" sldId="282"/>
            <ac:spMk id="2" creationId="{FD5E8954-9BCB-7FD9-A210-38DC54382D45}"/>
          </ac:spMkLst>
        </pc:spChg>
        <pc:spChg chg="mod">
          <ac:chgData name="SAI KHAUSHIK P S - [CB.SC.U4CYS25143]" userId="5aeb39b9-7944-44fa-aa59-e3b543370d57" providerId="ADAL" clId="{D5D9B405-D053-4084-88D8-848048CA82B6}" dt="2026-07-05T11:53:42.092" v="143" actId="20577"/>
          <ac:spMkLst>
            <pc:docMk/>
            <pc:sldMk cId="685681062" sldId="282"/>
            <ac:spMk id="5" creationId="{BDB3D953-B04B-4C40-B47D-27CB29967C1A}"/>
          </ac:spMkLst>
        </pc:spChg>
        <pc:picChg chg="add mod">
          <ac:chgData name="SAI KHAUSHIK P S - [CB.SC.U4CYS25143]" userId="5aeb39b9-7944-44fa-aa59-e3b543370d57" providerId="ADAL" clId="{D5D9B405-D053-4084-88D8-848048CA82B6}" dt="2026-07-05T12:11:15.630" v="577" actId="1076"/>
          <ac:picMkLst>
            <pc:docMk/>
            <pc:sldMk cId="685681062" sldId="282"/>
            <ac:picMk id="7" creationId="{95413EF3-623F-CCE0-48A3-D7B60530D098}"/>
          </ac:picMkLst>
        </pc:picChg>
      </pc:sldChg>
      <pc:sldChg chg="modSp mod">
        <pc:chgData name="SAI KHAUSHIK P S - [CB.SC.U4CYS25143]" userId="5aeb39b9-7944-44fa-aa59-e3b543370d57" providerId="ADAL" clId="{D5D9B405-D053-4084-88D8-848048CA82B6}" dt="2026-07-05T12:07:57.064" v="541" actId="1076"/>
        <pc:sldMkLst>
          <pc:docMk/>
          <pc:sldMk cId="1973173046" sldId="297"/>
        </pc:sldMkLst>
        <pc:spChg chg="mod">
          <ac:chgData name="SAI KHAUSHIK P S - [CB.SC.U4CYS25143]" userId="5aeb39b9-7944-44fa-aa59-e3b543370d57" providerId="ADAL" clId="{D5D9B405-D053-4084-88D8-848048CA82B6}" dt="2026-07-05T12:07:57.064" v="541" actId="1076"/>
          <ac:spMkLst>
            <pc:docMk/>
            <pc:sldMk cId="1973173046" sldId="297"/>
            <ac:spMk id="2" creationId="{509D22C5-0C9E-B582-A8FE-B45E70A01E7F}"/>
          </ac:spMkLst>
        </pc:spChg>
      </pc:sldChg>
      <pc:sldChg chg="addSp modSp mod">
        <pc:chgData name="SAI KHAUSHIK P S - [CB.SC.U4CYS25143]" userId="5aeb39b9-7944-44fa-aa59-e3b543370d57" providerId="ADAL" clId="{D5D9B405-D053-4084-88D8-848048CA82B6}" dt="2026-07-05T12:09:01.036" v="546" actId="1076"/>
        <pc:sldMkLst>
          <pc:docMk/>
          <pc:sldMk cId="3913219759" sldId="304"/>
        </pc:sldMkLst>
        <pc:spChg chg="mod">
          <ac:chgData name="SAI KHAUSHIK P S - [CB.SC.U4CYS25143]" userId="5aeb39b9-7944-44fa-aa59-e3b543370d57" providerId="ADAL" clId="{D5D9B405-D053-4084-88D8-848048CA82B6}" dt="2026-07-05T12:08:54.823" v="545" actId="1076"/>
          <ac:spMkLst>
            <pc:docMk/>
            <pc:sldMk cId="3913219759" sldId="304"/>
            <ac:spMk id="2" creationId="{13021072-4A77-DB4D-DF41-58EADB7DA94E}"/>
          </ac:spMkLst>
        </pc:spChg>
        <pc:picChg chg="add mod">
          <ac:chgData name="SAI KHAUSHIK P S - [CB.SC.U4CYS25143]" userId="5aeb39b9-7944-44fa-aa59-e3b543370d57" providerId="ADAL" clId="{D5D9B405-D053-4084-88D8-848048CA82B6}" dt="2026-07-05T12:09:01.036" v="546" actId="1076"/>
          <ac:picMkLst>
            <pc:docMk/>
            <pc:sldMk cId="3913219759" sldId="304"/>
            <ac:picMk id="8" creationId="{F2146CF5-A6DD-686D-0EE1-1B875925C838}"/>
          </ac:picMkLst>
        </pc:picChg>
      </pc:sldChg>
      <pc:sldChg chg="addSp delSp modSp mod">
        <pc:chgData name="SAI KHAUSHIK P S - [CB.SC.U4CYS25143]" userId="5aeb39b9-7944-44fa-aa59-e3b543370d57" providerId="ADAL" clId="{D5D9B405-D053-4084-88D8-848048CA82B6}" dt="2026-07-05T12:10:35.873" v="573" actId="478"/>
        <pc:sldMkLst>
          <pc:docMk/>
          <pc:sldMk cId="2906491918" sldId="307"/>
        </pc:sldMkLst>
        <pc:spChg chg="add mod">
          <ac:chgData name="SAI KHAUSHIK P S - [CB.SC.U4CYS25143]" userId="5aeb39b9-7944-44fa-aa59-e3b543370d57" providerId="ADAL" clId="{D5D9B405-D053-4084-88D8-848048CA82B6}" dt="2026-07-05T11:54:28.629" v="152" actId="14100"/>
          <ac:spMkLst>
            <pc:docMk/>
            <pc:sldMk cId="2906491918" sldId="307"/>
            <ac:spMk id="6" creationId="{9FD20AA7-A6E1-9EE0-98FC-AA07604C275D}"/>
          </ac:spMkLst>
        </pc:spChg>
        <pc:picChg chg="add mod">
          <ac:chgData name="SAI KHAUSHIK P S - [CB.SC.U4CYS25143]" userId="5aeb39b9-7944-44fa-aa59-e3b543370d57" providerId="ADAL" clId="{D5D9B405-D053-4084-88D8-848048CA82B6}" dt="2026-07-05T12:10:32.108" v="572" actId="1076"/>
          <ac:picMkLst>
            <pc:docMk/>
            <pc:sldMk cId="2906491918" sldId="307"/>
            <ac:picMk id="9" creationId="{F9364C77-740B-5A91-A7FD-E31A5DF891BC}"/>
          </ac:picMkLst>
        </pc:picChg>
      </pc:sldChg>
      <pc:sldChg chg="addSp delSp modSp mod">
        <pc:chgData name="SAI KHAUSHIK P S - [CB.SC.U4CYS25143]" userId="5aeb39b9-7944-44fa-aa59-e3b543370d57" providerId="ADAL" clId="{D5D9B405-D053-4084-88D8-848048CA82B6}" dt="2026-07-05T11:58:14.692" v="223" actId="20577"/>
        <pc:sldMkLst>
          <pc:docMk/>
          <pc:sldMk cId="1131718056" sldId="314"/>
        </pc:sldMkLst>
        <pc:spChg chg="add mod">
          <ac:chgData name="SAI KHAUSHIK P S - [CB.SC.U4CYS25143]" userId="5aeb39b9-7944-44fa-aa59-e3b543370d57" providerId="ADAL" clId="{D5D9B405-D053-4084-88D8-848048CA82B6}" dt="2026-07-05T11:57:43.942" v="214" actId="255"/>
          <ac:spMkLst>
            <pc:docMk/>
            <pc:sldMk cId="1131718056" sldId="314"/>
            <ac:spMk id="11" creationId="{7F367135-F528-9090-E438-F1BB98037096}"/>
          </ac:spMkLst>
        </pc:spChg>
        <pc:spChg chg="add mod">
          <ac:chgData name="SAI KHAUSHIK P S - [CB.SC.U4CYS25143]" userId="5aeb39b9-7944-44fa-aa59-e3b543370d57" providerId="ADAL" clId="{D5D9B405-D053-4084-88D8-848048CA82B6}" dt="2026-07-05T11:57:38.292" v="213" actId="255"/>
          <ac:spMkLst>
            <pc:docMk/>
            <pc:sldMk cId="1131718056" sldId="314"/>
            <ac:spMk id="14" creationId="{F52A7C01-AC1C-E499-A66D-7A0DB558DAAC}"/>
          </ac:spMkLst>
        </pc:spChg>
        <pc:spChg chg="add mod">
          <ac:chgData name="SAI KHAUSHIK P S - [CB.SC.U4CYS25143]" userId="5aeb39b9-7944-44fa-aa59-e3b543370d57" providerId="ADAL" clId="{D5D9B405-D053-4084-88D8-848048CA82B6}" dt="2026-07-05T11:57:32.836" v="212" actId="20577"/>
          <ac:spMkLst>
            <pc:docMk/>
            <pc:sldMk cId="1131718056" sldId="314"/>
            <ac:spMk id="15" creationId="{CE29A390-3841-72D8-C095-762478B40F7E}"/>
          </ac:spMkLst>
        </pc:spChg>
        <pc:spChg chg="add mod">
          <ac:chgData name="SAI KHAUSHIK P S - [CB.SC.U4CYS25143]" userId="5aeb39b9-7944-44fa-aa59-e3b543370d57" providerId="ADAL" clId="{D5D9B405-D053-4084-88D8-848048CA82B6}" dt="2026-07-05T11:58:14.692" v="223" actId="20577"/>
          <ac:spMkLst>
            <pc:docMk/>
            <pc:sldMk cId="1131718056" sldId="314"/>
            <ac:spMk id="16" creationId="{EC1CF7DD-B407-B895-72AE-235B8AB41E33}"/>
          </ac:spMkLst>
        </pc:spChg>
      </pc:sldChg>
      <pc:sldChg chg="addSp modSp mod ord">
        <pc:chgData name="SAI KHAUSHIK P S - [CB.SC.U4CYS25143]" userId="5aeb39b9-7944-44fa-aa59-e3b543370d57" providerId="ADAL" clId="{D5D9B405-D053-4084-88D8-848048CA82B6}" dt="2026-07-05T12:13:22.958" v="593" actId="1076"/>
        <pc:sldMkLst>
          <pc:docMk/>
          <pc:sldMk cId="2468595790" sldId="315"/>
        </pc:sldMkLst>
        <pc:spChg chg="mod">
          <ac:chgData name="SAI KHAUSHIK P S - [CB.SC.U4CYS25143]" userId="5aeb39b9-7944-44fa-aa59-e3b543370d57" providerId="ADAL" clId="{D5D9B405-D053-4084-88D8-848048CA82B6}" dt="2026-07-05T12:09:34.200" v="565" actId="1076"/>
          <ac:spMkLst>
            <pc:docMk/>
            <pc:sldMk cId="2468595790" sldId="315"/>
            <ac:spMk id="2" creationId="{B28A34A6-22BC-27A4-2C79-EE98A4943B14}"/>
          </ac:spMkLst>
        </pc:spChg>
        <pc:picChg chg="add mod">
          <ac:chgData name="SAI KHAUSHIK P S - [CB.SC.U4CYS25143]" userId="5aeb39b9-7944-44fa-aa59-e3b543370d57" providerId="ADAL" clId="{D5D9B405-D053-4084-88D8-848048CA82B6}" dt="2026-07-05T12:13:22.958" v="593" actId="1076"/>
          <ac:picMkLst>
            <pc:docMk/>
            <pc:sldMk cId="2468595790" sldId="315"/>
            <ac:picMk id="9" creationId="{C826C2A6-6F1C-E833-3133-9C5D49D37F7E}"/>
          </ac:picMkLst>
        </pc:picChg>
      </pc:sldChg>
      <pc:sldChg chg="addSp modSp mod">
        <pc:chgData name="SAI KHAUSHIK P S - [CB.SC.U4CYS25143]" userId="5aeb39b9-7944-44fa-aa59-e3b543370d57" providerId="ADAL" clId="{D5D9B405-D053-4084-88D8-848048CA82B6}" dt="2026-07-05T12:12:27.892" v="590" actId="1076"/>
        <pc:sldMkLst>
          <pc:docMk/>
          <pc:sldMk cId="1941619646" sldId="317"/>
        </pc:sldMkLst>
        <pc:spChg chg="mod">
          <ac:chgData name="SAI KHAUSHIK P S - [CB.SC.U4CYS25143]" userId="5aeb39b9-7944-44fa-aa59-e3b543370d57" providerId="ADAL" clId="{D5D9B405-D053-4084-88D8-848048CA82B6}" dt="2026-07-05T12:12:27.892" v="590" actId="1076"/>
          <ac:spMkLst>
            <pc:docMk/>
            <pc:sldMk cId="1941619646" sldId="317"/>
            <ac:spMk id="3" creationId="{3D55F2D4-C20E-BEBC-1CCF-4449B0456A7E}"/>
          </ac:spMkLst>
        </pc:spChg>
        <pc:graphicFrameChg chg="add mod modGraphic">
          <ac:chgData name="SAI KHAUSHIK P S - [CB.SC.U4CYS25143]" userId="5aeb39b9-7944-44fa-aa59-e3b543370d57" providerId="ADAL" clId="{D5D9B405-D053-4084-88D8-848048CA82B6}" dt="2026-07-05T12:07:16.408" v="537" actId="207"/>
          <ac:graphicFrameMkLst>
            <pc:docMk/>
            <pc:sldMk cId="1941619646" sldId="317"/>
            <ac:graphicFrameMk id="11" creationId="{459D4FE1-CED6-7A2C-5B2F-65B889517818}"/>
          </ac:graphicFrameMkLst>
        </pc:graphicFrameChg>
      </pc:sldChg>
      <pc:sldChg chg="addSp delSp modSp mod">
        <pc:chgData name="SAI KHAUSHIK P S - [CB.SC.U4CYS25143]" userId="5aeb39b9-7944-44fa-aa59-e3b543370d57" providerId="ADAL" clId="{D5D9B405-D053-4084-88D8-848048CA82B6}" dt="2026-07-05T12:12:16.010" v="588" actId="1076"/>
        <pc:sldMkLst>
          <pc:docMk/>
          <pc:sldMk cId="4072101725" sldId="318"/>
        </pc:sldMkLst>
        <pc:spChg chg="mod">
          <ac:chgData name="SAI KHAUSHIK P S - [CB.SC.U4CYS25143]" userId="5aeb39b9-7944-44fa-aa59-e3b543370d57" providerId="ADAL" clId="{D5D9B405-D053-4084-88D8-848048CA82B6}" dt="2026-07-05T12:04:41.853" v="387" actId="1076"/>
          <ac:spMkLst>
            <pc:docMk/>
            <pc:sldMk cId="4072101725" sldId="318"/>
            <ac:spMk id="3" creationId="{9443EC8A-1733-CCF7-081F-EB4667CB3285}"/>
          </ac:spMkLst>
        </pc:spChg>
        <pc:spChg chg="add mod">
          <ac:chgData name="SAI KHAUSHIK P S - [CB.SC.U4CYS25143]" userId="5aeb39b9-7944-44fa-aa59-e3b543370d57" providerId="ADAL" clId="{D5D9B405-D053-4084-88D8-848048CA82B6}" dt="2026-07-05T12:12:16.010" v="588" actId="1076"/>
          <ac:spMkLst>
            <pc:docMk/>
            <pc:sldMk cId="4072101725" sldId="318"/>
            <ac:spMk id="10" creationId="{283C825E-34A1-48D2-D37F-646CCA05875E}"/>
          </ac:spMkLst>
        </pc:spChg>
        <pc:spChg chg="add mod">
          <ac:chgData name="SAI KHAUSHIK P S - [CB.SC.U4CYS25143]" userId="5aeb39b9-7944-44fa-aa59-e3b543370d57" providerId="ADAL" clId="{D5D9B405-D053-4084-88D8-848048CA82B6}" dt="2026-07-05T12:12:00.756" v="583" actId="1076"/>
          <ac:spMkLst>
            <pc:docMk/>
            <pc:sldMk cId="4072101725" sldId="318"/>
            <ac:spMk id="12" creationId="{94ADB294-20DD-5954-59A6-BE69DF61D287}"/>
          </ac:spMkLst>
        </pc:spChg>
        <pc:spChg chg="add mod">
          <ac:chgData name="SAI KHAUSHIK P S - [CB.SC.U4CYS25143]" userId="5aeb39b9-7944-44fa-aa59-e3b543370d57" providerId="ADAL" clId="{D5D9B405-D053-4084-88D8-848048CA82B6}" dt="2026-07-05T12:12:04.578" v="584" actId="1076"/>
          <ac:spMkLst>
            <pc:docMk/>
            <pc:sldMk cId="4072101725" sldId="318"/>
            <ac:spMk id="14" creationId="{C4ABE1F0-5D6D-03B3-7F82-A5BC997E50C3}"/>
          </ac:spMkLst>
        </pc:spChg>
        <pc:picChg chg="add mod">
          <ac:chgData name="SAI KHAUSHIK P S - [CB.SC.U4CYS25143]" userId="5aeb39b9-7944-44fa-aa59-e3b543370d57" providerId="ADAL" clId="{D5D9B405-D053-4084-88D8-848048CA82B6}" dt="2026-07-05T12:12:11.969" v="587" actId="1076"/>
          <ac:picMkLst>
            <pc:docMk/>
            <pc:sldMk cId="4072101725" sldId="318"/>
            <ac:picMk id="13" creationId="{D2A41054-D000-1572-563E-36CA34B72F81}"/>
          </ac:picMkLst>
        </pc:picChg>
      </pc:sldChg>
      <pc:sldChg chg="addSp modSp mod">
        <pc:chgData name="SAI KHAUSHIK P S - [CB.SC.U4CYS25143]" userId="5aeb39b9-7944-44fa-aa59-e3b543370d57" providerId="ADAL" clId="{D5D9B405-D053-4084-88D8-848048CA82B6}" dt="2026-07-05T11:59:35.289" v="229" actId="1076"/>
        <pc:sldMkLst>
          <pc:docMk/>
          <pc:sldMk cId="3969996159" sldId="319"/>
        </pc:sldMkLst>
        <pc:spChg chg="mod">
          <ac:chgData name="SAI KHAUSHIK P S - [CB.SC.U4CYS25143]" userId="5aeb39b9-7944-44fa-aa59-e3b543370d57" providerId="ADAL" clId="{D5D9B405-D053-4084-88D8-848048CA82B6}" dt="2026-07-05T11:59:32.088" v="228" actId="1076"/>
          <ac:spMkLst>
            <pc:docMk/>
            <pc:sldMk cId="3969996159" sldId="319"/>
            <ac:spMk id="5" creationId="{2136FCF6-982C-CC37-9625-3EBFC7E7DD13}"/>
          </ac:spMkLst>
        </pc:spChg>
        <pc:picChg chg="add mod">
          <ac:chgData name="SAI KHAUSHIK P S - [CB.SC.U4CYS25143]" userId="5aeb39b9-7944-44fa-aa59-e3b543370d57" providerId="ADAL" clId="{D5D9B405-D053-4084-88D8-848048CA82B6}" dt="2026-07-05T11:59:35.289" v="229" actId="1076"/>
          <ac:picMkLst>
            <pc:docMk/>
            <pc:sldMk cId="3969996159" sldId="319"/>
            <ac:picMk id="262" creationId="{00000000-0000-0000-0000-000000000000}"/>
          </ac:picMkLst>
        </pc:picChg>
      </pc:sldChg>
      <pc:sldChg chg="addSp modSp mod">
        <pc:chgData name="SAI KHAUSHIK P S - [CB.SC.U4CYS25143]" userId="5aeb39b9-7944-44fa-aa59-e3b543370d57" providerId="ADAL" clId="{D5D9B405-D053-4084-88D8-848048CA82B6}" dt="2026-07-05T12:01:08.264" v="255" actId="14100"/>
        <pc:sldMkLst>
          <pc:docMk/>
          <pc:sldMk cId="2498021601" sldId="321"/>
        </pc:sldMkLst>
        <pc:spChg chg="mod">
          <ac:chgData name="SAI KHAUSHIK P S - [CB.SC.U4CYS25143]" userId="5aeb39b9-7944-44fa-aa59-e3b543370d57" providerId="ADAL" clId="{D5D9B405-D053-4084-88D8-848048CA82B6}" dt="2026-07-05T12:00:35.729" v="248" actId="1076"/>
          <ac:spMkLst>
            <pc:docMk/>
            <pc:sldMk cId="2498021601" sldId="321"/>
            <ac:spMk id="3" creationId="{38D62608-F5E4-7EC0-5EF0-4F988DDDEC5B}"/>
          </ac:spMkLst>
        </pc:spChg>
        <pc:spChg chg="add mod">
          <ac:chgData name="SAI KHAUSHIK P S - [CB.SC.U4CYS25143]" userId="5aeb39b9-7944-44fa-aa59-e3b543370d57" providerId="ADAL" clId="{D5D9B405-D053-4084-88D8-848048CA82B6}" dt="2026-07-05T12:01:08.264" v="255" actId="14100"/>
          <ac:spMkLst>
            <pc:docMk/>
            <pc:sldMk cId="2498021601" sldId="321"/>
            <ac:spMk id="9" creationId="{27D7B3FF-75E5-A99F-B063-95C20072A0A0}"/>
          </ac:spMkLst>
        </pc:spChg>
      </pc:sldChg>
      <pc:sldChg chg="addSp modSp mod ord">
        <pc:chgData name="SAI KHAUSHIK P S - [CB.SC.U4CYS25143]" userId="5aeb39b9-7944-44fa-aa59-e3b543370d57" providerId="ADAL" clId="{D5D9B405-D053-4084-88D8-848048CA82B6}" dt="2026-07-05T12:16:40.875" v="636"/>
        <pc:sldMkLst>
          <pc:docMk/>
          <pc:sldMk cId="1686213229" sldId="322"/>
        </pc:sldMkLst>
        <pc:spChg chg="mod">
          <ac:chgData name="SAI KHAUSHIK P S - [CB.SC.U4CYS25143]" userId="5aeb39b9-7944-44fa-aa59-e3b543370d57" providerId="ADAL" clId="{D5D9B405-D053-4084-88D8-848048CA82B6}" dt="2026-07-05T12:16:34.228" v="634" actId="1076"/>
          <ac:spMkLst>
            <pc:docMk/>
            <pc:sldMk cId="1686213229" sldId="322"/>
            <ac:spMk id="2" creationId="{4730A324-0737-F0DA-1F7D-10CBE06D7C3F}"/>
          </ac:spMkLst>
        </pc:spChg>
        <pc:graphicFrameChg chg="add mod modGraphic">
          <ac:chgData name="SAI KHAUSHIK P S - [CB.SC.U4CYS25143]" userId="5aeb39b9-7944-44fa-aa59-e3b543370d57" providerId="ADAL" clId="{D5D9B405-D053-4084-88D8-848048CA82B6}" dt="2026-07-05T11:50:00.184" v="16" actId="1076"/>
          <ac:graphicFrameMkLst>
            <pc:docMk/>
            <pc:sldMk cId="1686213229" sldId="322"/>
            <ac:graphicFrameMk id="7" creationId="{B2C6E918-8E1A-1FAD-3F1E-F2EC5E19DDA1}"/>
          </ac:graphicFrameMkLst>
        </pc:graphicFrameChg>
      </pc:sldChg>
      <pc:sldChg chg="addSp modSp mod">
        <pc:chgData name="SAI KHAUSHIK P S - [CB.SC.U4CYS25143]" userId="5aeb39b9-7944-44fa-aa59-e3b543370d57" providerId="ADAL" clId="{D5D9B405-D053-4084-88D8-848048CA82B6}" dt="2026-07-05T11:50:06.568" v="18" actId="1076"/>
        <pc:sldMkLst>
          <pc:docMk/>
          <pc:sldMk cId="3564235518" sldId="323"/>
        </pc:sldMkLst>
        <pc:spChg chg="mod">
          <ac:chgData name="SAI KHAUSHIK P S - [CB.SC.U4CYS25143]" userId="5aeb39b9-7944-44fa-aa59-e3b543370d57" providerId="ADAL" clId="{D5D9B405-D053-4084-88D8-848048CA82B6}" dt="2026-07-05T11:49:13.418" v="7" actId="1076"/>
          <ac:spMkLst>
            <pc:docMk/>
            <pc:sldMk cId="3564235518" sldId="323"/>
            <ac:spMk id="2" creationId="{6D8EB760-7BE4-C4E7-FA2B-CB54191BD971}"/>
          </ac:spMkLst>
        </pc:spChg>
        <pc:graphicFrameChg chg="add mod modGraphic">
          <ac:chgData name="SAI KHAUSHIK P S - [CB.SC.U4CYS25143]" userId="5aeb39b9-7944-44fa-aa59-e3b543370d57" providerId="ADAL" clId="{D5D9B405-D053-4084-88D8-848048CA82B6}" dt="2026-07-05T11:50:06.568" v="18" actId="1076"/>
          <ac:graphicFrameMkLst>
            <pc:docMk/>
            <pc:sldMk cId="3564235518" sldId="323"/>
            <ac:graphicFrameMk id="4" creationId="{B7F07D43-5E7E-F1FF-6072-685376AD4F96}"/>
          </ac:graphicFrameMkLst>
        </pc:graphicFrameChg>
      </pc:sldChg>
      <pc:sldChg chg="addSp modSp mod">
        <pc:chgData name="SAI KHAUSHIK P S - [CB.SC.U4CYS25143]" userId="5aeb39b9-7944-44fa-aa59-e3b543370d57" providerId="ADAL" clId="{D5D9B405-D053-4084-88D8-848048CA82B6}" dt="2026-07-05T11:50:51.074" v="25" actId="1076"/>
        <pc:sldMkLst>
          <pc:docMk/>
          <pc:sldMk cId="4276615825" sldId="324"/>
        </pc:sldMkLst>
        <pc:spChg chg="mod">
          <ac:chgData name="SAI KHAUSHIK P S - [CB.SC.U4CYS25143]" userId="5aeb39b9-7944-44fa-aa59-e3b543370d57" providerId="ADAL" clId="{D5D9B405-D053-4084-88D8-848048CA82B6}" dt="2026-07-05T11:50:51.074" v="25" actId="1076"/>
          <ac:spMkLst>
            <pc:docMk/>
            <pc:sldMk cId="4276615825" sldId="324"/>
            <ac:spMk id="2" creationId="{51407C68-D70A-54E1-2CC9-EEA71436F113}"/>
          </ac:spMkLst>
        </pc:spChg>
        <pc:graphicFrameChg chg="add mod modGraphic">
          <ac:chgData name="SAI KHAUSHIK P S - [CB.SC.U4CYS25143]" userId="5aeb39b9-7944-44fa-aa59-e3b543370d57" providerId="ADAL" clId="{D5D9B405-D053-4084-88D8-848048CA82B6}" dt="2026-07-05T11:50:43.902" v="24" actId="1076"/>
          <ac:graphicFrameMkLst>
            <pc:docMk/>
            <pc:sldMk cId="4276615825" sldId="324"/>
            <ac:graphicFrameMk id="4" creationId="{2D83D117-F70F-8BB6-0013-8FF3113BC4C2}"/>
          </ac:graphicFrameMkLst>
        </pc:graphicFrameChg>
      </pc:sldChg>
      <pc:sldChg chg="addSp modSp mod">
        <pc:chgData name="SAI KHAUSHIK P S - [CB.SC.U4CYS25143]" userId="5aeb39b9-7944-44fa-aa59-e3b543370d57" providerId="ADAL" clId="{D5D9B405-D053-4084-88D8-848048CA82B6}" dt="2026-07-05T11:51:30.693" v="32" actId="1076"/>
        <pc:sldMkLst>
          <pc:docMk/>
          <pc:sldMk cId="967378251" sldId="325"/>
        </pc:sldMkLst>
        <pc:spChg chg="mod">
          <ac:chgData name="SAI KHAUSHIK P S - [CB.SC.U4CYS25143]" userId="5aeb39b9-7944-44fa-aa59-e3b543370d57" providerId="ADAL" clId="{D5D9B405-D053-4084-88D8-848048CA82B6}" dt="2026-07-05T11:51:30.693" v="32" actId="1076"/>
          <ac:spMkLst>
            <pc:docMk/>
            <pc:sldMk cId="967378251" sldId="325"/>
            <ac:spMk id="2" creationId="{11AEE9BB-54AE-17D4-6177-7EE3F3EB3118}"/>
          </ac:spMkLst>
        </pc:spChg>
        <pc:graphicFrameChg chg="add mod modGraphic">
          <ac:chgData name="SAI KHAUSHIK P S - [CB.SC.U4CYS25143]" userId="5aeb39b9-7944-44fa-aa59-e3b543370d57" providerId="ADAL" clId="{D5D9B405-D053-4084-88D8-848048CA82B6}" dt="2026-07-05T11:51:24.523" v="31" actId="1076"/>
          <ac:graphicFrameMkLst>
            <pc:docMk/>
            <pc:sldMk cId="967378251" sldId="325"/>
            <ac:graphicFrameMk id="4" creationId="{BC856457-049F-6011-9C84-42162AAC124E}"/>
          </ac:graphicFrameMkLst>
        </pc:graphicFrameChg>
      </pc:sldChg>
      <pc:sldChg chg="addSp modSp mod">
        <pc:chgData name="SAI KHAUSHIK P S - [CB.SC.U4CYS25143]" userId="5aeb39b9-7944-44fa-aa59-e3b543370d57" providerId="ADAL" clId="{D5D9B405-D053-4084-88D8-848048CA82B6}" dt="2026-07-05T11:52:11.563" v="41"/>
        <pc:sldMkLst>
          <pc:docMk/>
          <pc:sldMk cId="1292605147" sldId="327"/>
        </pc:sldMkLst>
        <pc:spChg chg="mod">
          <ac:chgData name="SAI KHAUSHIK P S - [CB.SC.U4CYS25143]" userId="5aeb39b9-7944-44fa-aa59-e3b543370d57" providerId="ADAL" clId="{D5D9B405-D053-4084-88D8-848048CA82B6}" dt="2026-07-05T11:51:36.342" v="33" actId="1076"/>
          <ac:spMkLst>
            <pc:docMk/>
            <pc:sldMk cId="1292605147" sldId="327"/>
            <ac:spMk id="2" creationId="{0F553E64-21AB-D0D4-762F-7E1DBED8530F}"/>
          </ac:spMkLst>
        </pc:spChg>
        <pc:graphicFrameChg chg="add mod">
          <ac:chgData name="SAI KHAUSHIK P S - [CB.SC.U4CYS25143]" userId="5aeb39b9-7944-44fa-aa59-e3b543370d57" providerId="ADAL" clId="{D5D9B405-D053-4084-88D8-848048CA82B6}" dt="2026-07-05T11:52:11.563" v="41"/>
          <ac:graphicFrameMkLst>
            <pc:docMk/>
            <pc:sldMk cId="1292605147" sldId="327"/>
            <ac:graphicFrameMk id="4" creationId="{C6D3BC26-D97C-18CE-0A32-FBE0CB9C6D22}"/>
          </ac:graphicFrameMkLst>
        </pc:graphicFrameChg>
      </pc:sldChg>
      <pc:sldChg chg="addSp delSp modSp mod">
        <pc:chgData name="SAI KHAUSHIK P S - [CB.SC.U4CYS25143]" userId="5aeb39b9-7944-44fa-aa59-e3b543370d57" providerId="ADAL" clId="{D5D9B405-D053-4084-88D8-848048CA82B6}" dt="2026-07-05T11:52:46.973" v="49" actId="1076"/>
        <pc:sldMkLst>
          <pc:docMk/>
          <pc:sldMk cId="1822423267" sldId="328"/>
        </pc:sldMkLst>
        <pc:spChg chg="mod">
          <ac:chgData name="SAI KHAUSHIK P S - [CB.SC.U4CYS25143]" userId="5aeb39b9-7944-44fa-aa59-e3b543370d57" providerId="ADAL" clId="{D5D9B405-D053-4084-88D8-848048CA82B6}" dt="2026-07-05T11:52:46.973" v="49" actId="1076"/>
          <ac:spMkLst>
            <pc:docMk/>
            <pc:sldMk cId="1822423267" sldId="328"/>
            <ac:spMk id="2" creationId="{D7363100-B7C6-C574-26EA-45B1CB5E65C4}"/>
          </ac:spMkLst>
        </pc:spChg>
        <pc:graphicFrameChg chg="add mod modGraphic">
          <ac:chgData name="SAI KHAUSHIK P S - [CB.SC.U4CYS25143]" userId="5aeb39b9-7944-44fa-aa59-e3b543370d57" providerId="ADAL" clId="{D5D9B405-D053-4084-88D8-848048CA82B6}" dt="2026-07-05T11:52:42.132" v="48" actId="1076"/>
          <ac:graphicFrameMkLst>
            <pc:docMk/>
            <pc:sldMk cId="1822423267" sldId="328"/>
            <ac:graphicFrameMk id="5" creationId="{C05BB324-262D-DAED-1B9E-1F43D202063F}"/>
          </ac:graphicFrameMkLst>
        </pc:graphicFrameChg>
      </pc:sldChg>
    </pc:docChg>
  </pc:docChgLst>
  <pc:docChgLst>
    <pc:chgData name="BODELA JAYA NARASIMHA REDDY - [CB.SC.U4CYS25110]" userId="e1a38aff-9231-44bd-9923-0c369586f0d2" providerId="ADAL" clId="{47D1D9D4-C91D-4147-890E-2229B48C5CA8}"/>
    <pc:docChg chg="modSld">
      <pc:chgData name="BODELA JAYA NARASIMHA REDDY - [CB.SC.U4CYS25110]" userId="e1a38aff-9231-44bd-9923-0c369586f0d2" providerId="ADAL" clId="{47D1D9D4-C91D-4147-890E-2229B48C5CA8}" dt="2026-07-13T10:39:00.444" v="0" actId="14100"/>
      <pc:docMkLst>
        <pc:docMk/>
      </pc:docMkLst>
    </pc:docChg>
  </pc:docChgLst>
  <pc:docChgLst>
    <pc:chgData name="BODELA JAYA NARASIMHA REDDY - [CB.SC.U4CYS25110]" userId="S::cb.sc.u4cys25110@cb.students.amrita.edu::e1a38aff-9231-44bd-9923-0c369586f0d2" providerId="AD" clId="Web-{0B56BCEB-D3CD-9212-0BE4-B2C5B4CC84B8}"/>
    <pc:docChg chg="addSld delSld modSld">
      <pc:chgData name="BODELA JAYA NARASIMHA REDDY - [CB.SC.U4CYS25110]" userId="S::cb.sc.u4cys25110@cb.students.amrita.edu::e1a38aff-9231-44bd-9923-0c369586f0d2" providerId="AD" clId="Web-{0B56BCEB-D3CD-9212-0BE4-B2C5B4CC84B8}" dt="2026-07-13T09:48:54.347" v="136"/>
      <pc:docMkLst>
        <pc:docMk/>
      </pc:docMkLst>
      <pc:sldChg chg="addSp delSp modSp new">
        <pc:chgData name="BODELA JAYA NARASIMHA REDDY - [CB.SC.U4CYS25110]" userId="S::cb.sc.u4cys25110@cb.students.amrita.edu::e1a38aff-9231-44bd-9923-0c369586f0d2" providerId="AD" clId="Web-{0B56BCEB-D3CD-9212-0BE4-B2C5B4CC84B8}" dt="2026-07-13T09:02:59.478" v="41" actId="1076"/>
        <pc:sldMkLst>
          <pc:docMk/>
          <pc:sldMk cId="3983680154" sldId="332"/>
        </pc:sldMkLst>
        <pc:picChg chg="add mod">
          <ac:chgData name="BODELA JAYA NARASIMHA REDDY - [CB.SC.U4CYS25110]" userId="S::cb.sc.u4cys25110@cb.students.amrita.edu::e1a38aff-9231-44bd-9923-0c369586f0d2" providerId="AD" clId="Web-{0B56BCEB-D3CD-9212-0BE4-B2C5B4CC84B8}" dt="2026-07-13T09:02:59.478" v="41" actId="1076"/>
          <ac:picMkLst>
            <pc:docMk/>
            <pc:sldMk cId="3983680154" sldId="332"/>
            <ac:picMk id="9" creationId="{E5FFCC41-49FC-8205-FE63-A6F2186A4140}"/>
          </ac:picMkLst>
        </pc:picChg>
      </pc:sldChg>
      <pc:sldChg chg="addSp delSp modSp new">
        <pc:chgData name="BODELA JAYA NARASIMHA REDDY - [CB.SC.U4CYS25110]" userId="S::cb.sc.u4cys25110@cb.students.amrita.edu::e1a38aff-9231-44bd-9923-0c369586f0d2" providerId="AD" clId="Web-{0B56BCEB-D3CD-9212-0BE4-B2C5B4CC84B8}" dt="2026-07-13T09:39:04.930" v="124" actId="14100"/>
        <pc:sldMkLst>
          <pc:docMk/>
          <pc:sldMk cId="1163977499" sldId="333"/>
        </pc:sldMkLst>
        <pc:picChg chg="add mod">
          <ac:chgData name="BODELA JAYA NARASIMHA REDDY - [CB.SC.U4CYS25110]" userId="S::cb.sc.u4cys25110@cb.students.amrita.edu::e1a38aff-9231-44bd-9923-0c369586f0d2" providerId="AD" clId="Web-{0B56BCEB-D3CD-9212-0BE4-B2C5B4CC84B8}" dt="2026-07-13T09:39:04.930" v="124" actId="14100"/>
          <ac:picMkLst>
            <pc:docMk/>
            <pc:sldMk cId="1163977499" sldId="333"/>
            <ac:picMk id="4" creationId="{83368D3F-6F03-419C-A977-916C5AB9D58B}"/>
          </ac:picMkLst>
        </pc:picChg>
      </pc:sldChg>
      <pc:sldChg chg="addSp modSp new mod modClrScheme chgLayout">
        <pc:chgData name="BODELA JAYA NARASIMHA REDDY - [CB.SC.U4CYS25110]" userId="S::cb.sc.u4cys25110@cb.students.amrita.edu::e1a38aff-9231-44bd-9923-0c369586f0d2" providerId="AD" clId="Web-{0B56BCEB-D3CD-9212-0BE4-B2C5B4CC84B8}" dt="2026-07-13T09:09:14.624" v="74" actId="1076"/>
        <pc:sldMkLst>
          <pc:docMk/>
          <pc:sldMk cId="2029260609" sldId="334"/>
        </pc:sldMkLst>
        <pc:spChg chg="mod ord">
          <ac:chgData name="BODELA JAYA NARASIMHA REDDY - [CB.SC.U4CYS25110]" userId="S::cb.sc.u4cys25110@cb.students.amrita.edu::e1a38aff-9231-44bd-9923-0c369586f0d2" providerId="AD" clId="Web-{0B56BCEB-D3CD-9212-0BE4-B2C5B4CC84B8}" dt="2026-07-13T09:09:14.624" v="74" actId="1076"/>
          <ac:spMkLst>
            <pc:docMk/>
            <pc:sldMk cId="2029260609" sldId="334"/>
            <ac:spMk id="2" creationId="{F969E928-AC3A-8C41-3B33-6ECBD64713EC}"/>
          </ac:spMkLst>
        </pc:spChg>
        <pc:spChg chg="mod ord">
          <ac:chgData name="BODELA JAYA NARASIMHA REDDY - [CB.SC.U4CYS25110]" userId="S::cb.sc.u4cys25110@cb.students.amrita.edu::e1a38aff-9231-44bd-9923-0c369586f0d2" providerId="AD" clId="Web-{0B56BCEB-D3CD-9212-0BE4-B2C5B4CC84B8}" dt="2026-07-13T09:05:08.964" v="57"/>
          <ac:spMkLst>
            <pc:docMk/>
            <pc:sldMk cId="2029260609" sldId="334"/>
            <ac:spMk id="3" creationId="{A836FCD0-FAC5-DCB4-1643-C3EB7B64F4AD}"/>
          </ac:spMkLst>
        </pc:spChg>
        <pc:spChg chg="add mod ord">
          <ac:chgData name="BODELA JAYA NARASIMHA REDDY - [CB.SC.U4CYS25110]" userId="S::cb.sc.u4cys25110@cb.students.amrita.edu::e1a38aff-9231-44bd-9923-0c369586f0d2" providerId="AD" clId="Web-{0B56BCEB-D3CD-9212-0BE4-B2C5B4CC84B8}" dt="2026-07-13T09:09:09.983" v="73" actId="1076"/>
          <ac:spMkLst>
            <pc:docMk/>
            <pc:sldMk cId="2029260609" sldId="334"/>
            <ac:spMk id="4" creationId="{C87E598D-7F75-5755-5A7A-D3B7685978FC}"/>
          </ac:spMkLst>
        </pc:spChg>
      </pc:sldChg>
      <pc:sldChg chg="addSp delSp modSp new mod modClrScheme chgLayout">
        <pc:chgData name="BODELA JAYA NARASIMHA REDDY - [CB.SC.U4CYS25110]" userId="S::cb.sc.u4cys25110@cb.students.amrita.edu::e1a38aff-9231-44bd-9923-0c369586f0d2" providerId="AD" clId="Web-{0B56BCEB-D3CD-9212-0BE4-B2C5B4CC84B8}" dt="2026-07-13T09:13:07.127" v="116" actId="14100"/>
        <pc:sldMkLst>
          <pc:docMk/>
          <pc:sldMk cId="1722402892" sldId="335"/>
        </pc:sldMkLst>
        <pc:spChg chg="mod ord">
          <ac:chgData name="BODELA JAYA NARASIMHA REDDY - [CB.SC.U4CYS25110]" userId="S::cb.sc.u4cys25110@cb.students.amrita.edu::e1a38aff-9231-44bd-9923-0c369586f0d2" providerId="AD" clId="Web-{0B56BCEB-D3CD-9212-0BE4-B2C5B4CC84B8}" dt="2026-07-13T09:11:46.485" v="111" actId="1076"/>
          <ac:spMkLst>
            <pc:docMk/>
            <pc:sldMk cId="1722402892" sldId="335"/>
            <ac:spMk id="2" creationId="{3F9C4882-FCD9-D4A3-84E3-B0F15F5E7C11}"/>
          </ac:spMkLst>
        </pc:spChg>
        <pc:spChg chg="mod ord">
          <ac:chgData name="BODELA JAYA NARASIMHA REDDY - [CB.SC.U4CYS25110]" userId="S::cb.sc.u4cys25110@cb.students.amrita.edu::e1a38aff-9231-44bd-9923-0c369586f0d2" providerId="AD" clId="Web-{0B56BCEB-D3CD-9212-0BE4-B2C5B4CC84B8}" dt="2026-07-13T09:09:46.156" v="76"/>
          <ac:spMkLst>
            <pc:docMk/>
            <pc:sldMk cId="1722402892" sldId="335"/>
            <ac:spMk id="3" creationId="{416A7028-16A4-5F13-8A3A-E771D3AC45A1}"/>
          </ac:spMkLst>
        </pc:spChg>
        <pc:picChg chg="add mod ord">
          <ac:chgData name="BODELA JAYA NARASIMHA REDDY - [CB.SC.U4CYS25110]" userId="S::cb.sc.u4cys25110@cb.students.amrita.edu::e1a38aff-9231-44bd-9923-0c369586f0d2" providerId="AD" clId="Web-{0B56BCEB-D3CD-9212-0BE4-B2C5B4CC84B8}" dt="2026-07-13T09:13:07.127" v="116" actId="14100"/>
          <ac:picMkLst>
            <pc:docMk/>
            <pc:sldMk cId="1722402892" sldId="335"/>
            <ac:picMk id="5" creationId="{14E15D5A-B384-E34D-BC44-6C75D1E49F3B}"/>
          </ac:picMkLst>
        </pc:picChg>
      </pc:sldChg>
      <pc:sldChg chg="addSp delSp modSp new">
        <pc:chgData name="BODELA JAYA NARASIMHA REDDY - [CB.SC.U4CYS25110]" userId="S::cb.sc.u4cys25110@cb.students.amrita.edu::e1a38aff-9231-44bd-9923-0c369586f0d2" providerId="AD" clId="Web-{0B56BCEB-D3CD-9212-0BE4-B2C5B4CC84B8}" dt="2026-07-13T09:16:17.395" v="123" actId="14100"/>
        <pc:sldMkLst>
          <pc:docMk/>
          <pc:sldMk cId="714922361" sldId="336"/>
        </pc:sldMkLst>
        <pc:picChg chg="add mod ord">
          <ac:chgData name="BODELA JAYA NARASIMHA REDDY - [CB.SC.U4CYS25110]" userId="S::cb.sc.u4cys25110@cb.students.amrita.edu::e1a38aff-9231-44bd-9923-0c369586f0d2" providerId="AD" clId="Web-{0B56BCEB-D3CD-9212-0BE4-B2C5B4CC84B8}" dt="2026-07-13T09:16:17.395" v="123" actId="14100"/>
          <ac:picMkLst>
            <pc:docMk/>
            <pc:sldMk cId="714922361" sldId="336"/>
            <ac:picMk id="5" creationId="{3D7461A1-9F0C-AB66-2F50-D875B49AD640}"/>
          </ac:picMkLst>
        </pc:picChg>
      </pc:sldChg>
      <pc:sldChg chg="new">
        <pc:chgData name="BODELA JAYA NARASIMHA REDDY - [CB.SC.U4CYS25110]" userId="S::cb.sc.u4cys25110@cb.students.amrita.edu::e1a38aff-9231-44bd-9923-0c369586f0d2" providerId="AD" clId="Web-{0B56BCEB-D3CD-9212-0BE4-B2C5B4CC84B8}" dt="2026-07-13T09:44:01.107" v="125"/>
        <pc:sldMkLst>
          <pc:docMk/>
          <pc:sldMk cId="1074295879" sldId="337"/>
        </pc:sldMkLst>
      </pc:sldChg>
    </pc:docChg>
  </pc:docChgLst>
  <pc:docChgLst>
    <pc:chgData name="SAI KHAUSHIK P S - [CB.SC.U4CYS25143]" userId="S::cb.sc.u4cys25143@cb.students.amrita.edu::5aeb39b9-7944-44fa-aa59-e3b543370d57" providerId="AD" clId="Web-{A0CE021C-AC86-90FB-5586-F11459CE64B2}"/>
    <pc:docChg chg="addSld delSld modSld">
      <pc:chgData name="SAI KHAUSHIK P S - [CB.SC.U4CYS25143]" userId="S::cb.sc.u4cys25143@cb.students.amrita.edu::5aeb39b9-7944-44fa-aa59-e3b543370d57" providerId="AD" clId="Web-{A0CE021C-AC86-90FB-5586-F11459CE64B2}" dt="2026-07-12T09:27:09.126" v="318" actId="1076"/>
      <pc:docMkLst>
        <pc:docMk/>
      </pc:docMkLst>
      <pc:sldChg chg="addSp delSp modSp new">
        <pc:chgData name="SAI KHAUSHIK P S - [CB.SC.U4CYS25143]" userId="S::cb.sc.u4cys25143@cb.students.amrita.edu::5aeb39b9-7944-44fa-aa59-e3b543370d57" providerId="AD" clId="Web-{A0CE021C-AC86-90FB-5586-F11459CE64B2}" dt="2026-07-12T09:07:49.017" v="123" actId="1076"/>
        <pc:sldMkLst>
          <pc:docMk/>
          <pc:sldMk cId="3810174358" sldId="329"/>
        </pc:sldMkLst>
        <pc:spChg chg="mod">
          <ac:chgData name="SAI KHAUSHIK P S - [CB.SC.U4CYS25143]" userId="S::cb.sc.u4cys25143@cb.students.amrita.edu::5aeb39b9-7944-44fa-aa59-e3b543370d57" providerId="AD" clId="Web-{A0CE021C-AC86-90FB-5586-F11459CE64B2}" dt="2026-07-12T09:07:49.017" v="123" actId="1076"/>
          <ac:spMkLst>
            <pc:docMk/>
            <pc:sldMk cId="3810174358" sldId="329"/>
            <ac:spMk id="2" creationId="{135E29FA-33E3-A122-26C7-D9DB6FA06E69}"/>
          </ac:spMkLst>
        </pc:spChg>
        <pc:spChg chg="add del mod">
          <ac:chgData name="SAI KHAUSHIK P S - [CB.SC.U4CYS25143]" userId="S::cb.sc.u4cys25143@cb.students.amrita.edu::5aeb39b9-7944-44fa-aa59-e3b543370d57" providerId="AD" clId="Web-{A0CE021C-AC86-90FB-5586-F11459CE64B2}" dt="2026-07-12T09:07:39.486" v="121" actId="20577"/>
          <ac:spMkLst>
            <pc:docMk/>
            <pc:sldMk cId="3810174358" sldId="329"/>
            <ac:spMk id="4" creationId="{906F730E-20D5-B1ED-7728-D5F45C0C1451}"/>
          </ac:spMkLst>
        </pc:spChg>
      </pc:sldChg>
      <pc:sldChg chg="modSp add replId">
        <pc:chgData name="SAI KHAUSHIK P S - [CB.SC.U4CYS25143]" userId="S::cb.sc.u4cys25143@cb.students.amrita.edu::5aeb39b9-7944-44fa-aa59-e3b543370d57" providerId="AD" clId="Web-{A0CE021C-AC86-90FB-5586-F11459CE64B2}" dt="2026-07-12T09:22:55.195" v="231" actId="20577"/>
        <pc:sldMkLst>
          <pc:docMk/>
          <pc:sldMk cId="1980295303" sldId="330"/>
        </pc:sldMkLst>
        <pc:spChg chg="mod">
          <ac:chgData name="SAI KHAUSHIK P S - [CB.SC.U4CYS25143]" userId="S::cb.sc.u4cys25143@cb.students.amrita.edu::5aeb39b9-7944-44fa-aa59-e3b543370d57" providerId="AD" clId="Web-{A0CE021C-AC86-90FB-5586-F11459CE64B2}" dt="2026-07-12T09:22:55.195" v="231" actId="20577"/>
          <ac:spMkLst>
            <pc:docMk/>
            <pc:sldMk cId="1980295303" sldId="330"/>
            <ac:spMk id="2" creationId="{6609770B-5875-5EAB-4C6F-193AAAD5C8D8}"/>
          </ac:spMkLst>
        </pc:spChg>
        <pc:spChg chg="mod">
          <ac:chgData name="SAI KHAUSHIK P S - [CB.SC.U4CYS25143]" userId="S::cb.sc.u4cys25143@cb.students.amrita.edu::5aeb39b9-7944-44fa-aa59-e3b543370d57" providerId="AD" clId="Web-{A0CE021C-AC86-90FB-5586-F11459CE64B2}" dt="2026-07-12T09:22:28.099" v="220" actId="20577"/>
          <ac:spMkLst>
            <pc:docMk/>
            <pc:sldMk cId="1980295303" sldId="330"/>
            <ac:spMk id="4" creationId="{851848D8-DC97-9506-8B0B-8FEDF106D235}"/>
          </ac:spMkLst>
        </pc:spChg>
      </pc:sldChg>
      <pc:sldChg chg="modSp add replId">
        <pc:chgData name="SAI KHAUSHIK P S - [CB.SC.U4CYS25143]" userId="S::cb.sc.u4cys25143@cb.students.amrita.edu::5aeb39b9-7944-44fa-aa59-e3b543370d57" providerId="AD" clId="Web-{A0CE021C-AC86-90FB-5586-F11459CE64B2}" dt="2026-07-12T09:27:09.126" v="318" actId="1076"/>
        <pc:sldMkLst>
          <pc:docMk/>
          <pc:sldMk cId="3654758626" sldId="331"/>
        </pc:sldMkLst>
        <pc:spChg chg="mod">
          <ac:chgData name="SAI KHAUSHIK P S - [CB.SC.U4CYS25143]" userId="S::cb.sc.u4cys25143@cb.students.amrita.edu::5aeb39b9-7944-44fa-aa59-e3b543370d57" providerId="AD" clId="Web-{A0CE021C-AC86-90FB-5586-F11459CE64B2}" dt="2026-07-12T09:27:09.126" v="318" actId="1076"/>
          <ac:spMkLst>
            <pc:docMk/>
            <pc:sldMk cId="3654758626" sldId="331"/>
            <ac:spMk id="2" creationId="{EFBF6086-4366-9CE1-84B9-4182955E1BB0}"/>
          </ac:spMkLst>
        </pc:spChg>
        <pc:spChg chg="mod">
          <ac:chgData name="SAI KHAUSHIK P S - [CB.SC.U4CYS25143]" userId="S::cb.sc.u4cys25143@cb.students.amrita.edu::5aeb39b9-7944-44fa-aa59-e3b543370d57" providerId="AD" clId="Web-{A0CE021C-AC86-90FB-5586-F11459CE64B2}" dt="2026-07-12T09:27:03.016" v="317" actId="1076"/>
          <ac:spMkLst>
            <pc:docMk/>
            <pc:sldMk cId="3654758626" sldId="331"/>
            <ac:spMk id="4" creationId="{E6505C93-934F-36B3-D340-9B0D0EA61953}"/>
          </ac:spMkLst>
        </pc:spChg>
      </pc:sldChg>
    </pc:docChg>
  </pc:docChgLst>
  <pc:docChgLst>
    <pc:chgData name="SAI KHAUSHIK P S - [CB.SC.U4CYS25143]" userId="S::cb.sc.u4cys25143@cb.students.amrita.edu::5aeb39b9-7944-44fa-aa59-e3b543370d57" providerId="AD" clId="Web-{E058CC4B-6597-96ED-8404-06A21BC2EC83}"/>
    <pc:docChg chg="modSld">
      <pc:chgData name="SAI KHAUSHIK P S - [CB.SC.U4CYS25143]" userId="S::cb.sc.u4cys25143@cb.students.amrita.edu::5aeb39b9-7944-44fa-aa59-e3b543370d57" providerId="AD" clId="Web-{E058CC4B-6597-96ED-8404-06A21BC2EC83}" dt="2026-07-15T01:11:48.035" v="39"/>
      <pc:docMkLst>
        <pc:docMk/>
      </pc:docMkLst>
      <pc:sldChg chg="addSp modSp">
        <pc:chgData name="SAI KHAUSHIK P S - [CB.SC.U4CYS25143]" userId="S::cb.sc.u4cys25143@cb.students.amrita.edu::5aeb39b9-7944-44fa-aa59-e3b543370d57" providerId="AD" clId="Web-{E058CC4B-6597-96ED-8404-06A21BC2EC83}" dt="2026-07-15T01:11:48.035" v="39"/>
        <pc:sldMkLst>
          <pc:docMk/>
          <pc:sldMk cId="1074295879" sldId="337"/>
        </pc:sldMkLst>
        <pc:spChg chg="mod">
          <ac:chgData name="SAI KHAUSHIK P S - [CB.SC.U4CYS25143]" userId="S::cb.sc.u4cys25143@cb.students.amrita.edu::5aeb39b9-7944-44fa-aa59-e3b543370d57" providerId="AD" clId="Web-{E058CC4B-6597-96ED-8404-06A21BC2EC83}" dt="2026-07-15T01:11:00.129" v="31" actId="20577"/>
          <ac:spMkLst>
            <pc:docMk/>
            <pc:sldMk cId="1074295879" sldId="337"/>
            <ac:spMk id="2" creationId="{B96ACAD8-6D66-A057-0D05-AC28DFE861C8}"/>
          </ac:spMkLst>
        </pc:spChg>
        <pc:graphicFrameChg chg="add mod modGraphic">
          <ac:chgData name="SAI KHAUSHIK P S - [CB.SC.U4CYS25143]" userId="S::cb.sc.u4cys25143@cb.students.amrita.edu::5aeb39b9-7944-44fa-aa59-e3b543370d57" providerId="AD" clId="Web-{E058CC4B-6597-96ED-8404-06A21BC2EC83}" dt="2026-07-15T01:11:48.035" v="39"/>
          <ac:graphicFrameMkLst>
            <pc:docMk/>
            <pc:sldMk cId="1074295879" sldId="337"/>
            <ac:graphicFrameMk id="5" creationId="{8CB49613-5865-EBBA-8170-F200B48A7CD0}"/>
          </ac:graphicFrameMkLst>
        </pc:graphicFrameChg>
      </pc:sldChg>
      <pc:sldChg chg="modSp">
        <pc:chgData name="SAI KHAUSHIK P S - [CB.SC.U4CYS25143]" userId="S::cb.sc.u4cys25143@cb.students.amrita.edu::5aeb39b9-7944-44fa-aa59-e3b543370d57" providerId="AD" clId="Web-{E058CC4B-6597-96ED-8404-06A21BC2EC83}" dt="2026-07-15T01:08:40.826" v="1"/>
        <pc:sldMkLst>
          <pc:docMk/>
          <pc:sldMk cId="1858128158" sldId="338"/>
        </pc:sldMkLst>
        <pc:graphicFrameChg chg="modGraphic">
          <ac:chgData name="SAI KHAUSHIK P S - [CB.SC.U4CYS25143]" userId="S::cb.sc.u4cys25143@cb.students.amrita.edu::5aeb39b9-7944-44fa-aa59-e3b543370d57" providerId="AD" clId="Web-{E058CC4B-6597-96ED-8404-06A21BC2EC83}" dt="2026-07-15T01:08:40.826" v="1"/>
          <ac:graphicFrameMkLst>
            <pc:docMk/>
            <pc:sldMk cId="1858128158" sldId="338"/>
            <ac:graphicFrameMk id="7" creationId="{9B1C4D97-FE36-EAC5-B6EC-A5F9B2A8B38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411013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77914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508814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649742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91691-1CF1-1314-2930-6DAE68ED7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8F921-B660-1556-2B6B-F9B4017610D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7A43065-7B63-3CC4-9541-4534AA9F8EE4}"/>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4079634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67A9-DC3A-733A-5357-E6AAF22B2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F0D07-A677-4D01-BDED-8625B05E800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CF5D982-F751-9D87-9F09-621FA5859D47}"/>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4142847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1A329-C642-47C7-84A3-9EA1C2382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EA30B-C099-5427-9494-8A04A5FDCCD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CDA6F96-C05E-C3F2-EAE6-D0BBDC766CBA}"/>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964978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587EA-D3D2-7D2C-F2FE-F888657BE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87F94-AFB8-965E-5827-6BAE1BBF066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9D39531-D3A6-CCBE-8587-9D9322CBB838}"/>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91174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46CF-95B3-5D9D-345C-34C8BD8E7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DF1C0-3DF8-B7CD-88BD-4795E158D6F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59040F9-2262-38E9-2B77-FFDB356032D5}"/>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938897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47668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add text</a:t>
            </a:r>
          </a:p>
          <a:p>
            <a:pPr lvl="1"/>
            <a:r>
              <a:rPr lang="en-US"/>
              <a:t>Second level</a:t>
            </a:r>
          </a:p>
          <a:p>
            <a:pPr lvl="2"/>
            <a:r>
              <a:rPr lang="en-US"/>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p:txBody>
          <a:bodyPr anchor="ctr" anchorCtr="0"/>
          <a:lstStyle/>
          <a:p>
            <a:r>
              <a:rPr lang="en-US"/>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xhere.com/en/photo/1555155"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askleo.com/why-encryption-backdoors-are-a-horrific-ide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thenewscrypto.com/sec-x-account-hacker-sentenced-to-14-months-for-fake-bitcoin-etf-twee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sti2d.ecolelamache.org/ii_utilisation_de_wireshark.ht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hyperlink" Target="https://technofaq.org/posts/2016/12/what-can-you-do-to-protect-your-website-from-hacker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www.foxnews.com/politics/pentagon-jumps-from-225m-55b-drones-cheap-attacks-overwhelm-us-defense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9" y="1642620"/>
            <a:ext cx="6392421" cy="1499414"/>
          </a:xfrm>
        </p:spPr>
        <p:txBody>
          <a:bodyPr anchor="ctr"/>
          <a:lstStyle/>
          <a:p>
            <a:r>
              <a:rPr lang="en-US"/>
              <a:t>Secure internship</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52500" y="663760"/>
            <a:ext cx="4649821" cy="769559"/>
          </a:xfrm>
        </p:spPr>
        <p:txBody>
          <a:bodyPr/>
          <a:lstStyle/>
          <a:p>
            <a:r>
              <a:rPr lang="en-US"/>
              <a:t>UAV – MAV Link</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a:p>
        </p:txBody>
      </p:sp>
      <p:pic>
        <p:nvPicPr>
          <p:cNvPr id="8" name="Picture 7">
            <a:extLst>
              <a:ext uri="{FF2B5EF4-FFF2-40B4-BE49-F238E27FC236}">
                <a16:creationId xmlns:a16="http://schemas.microsoft.com/office/drawing/2014/main" id="{F2146CF5-A6DD-686D-0EE1-1B875925C83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52500" y="2243306"/>
            <a:ext cx="4864640" cy="3243093"/>
          </a:xfrm>
          <a:prstGeom prst="rect">
            <a:avLst/>
          </a:prstGeom>
        </p:spPr>
      </p:pic>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381328" y="627434"/>
            <a:ext cx="6126393" cy="1254868"/>
          </a:xfrm>
        </p:spPr>
        <p:txBody>
          <a:bodyPr/>
          <a:lstStyle/>
          <a:p>
            <a:r>
              <a:rPr lang="en-US"/>
              <a:t>Problem Statement:</a:t>
            </a:r>
          </a:p>
        </p:txBody>
      </p:sp>
      <p:sp>
        <p:nvSpPr>
          <p:cNvPr id="6" name="TextBox 5">
            <a:extLst>
              <a:ext uri="{FF2B5EF4-FFF2-40B4-BE49-F238E27FC236}">
                <a16:creationId xmlns:a16="http://schemas.microsoft.com/office/drawing/2014/main" id="{9FD20AA7-A6E1-9EE0-98FC-AA07604C275D}"/>
              </a:ext>
            </a:extLst>
          </p:cNvPr>
          <p:cNvSpPr txBox="1"/>
          <p:nvPr/>
        </p:nvSpPr>
        <p:spPr>
          <a:xfrm>
            <a:off x="1425507" y="2247089"/>
            <a:ext cx="5023931" cy="3170099"/>
          </a:xfrm>
          <a:prstGeom prst="rect">
            <a:avLst/>
          </a:prstGeom>
          <a:noFill/>
        </p:spPr>
        <p:txBody>
          <a:bodyPr wrap="square">
            <a:spAutoFit/>
          </a:bodyPr>
          <a:lstStyle/>
          <a:p>
            <a:pPr algn="ctr">
              <a:lnSpc>
                <a:spcPct val="100000"/>
              </a:lnSpc>
              <a:spcBef>
                <a:spcPts val="0"/>
              </a:spcBef>
              <a:defRPr sz="2300"/>
            </a:pPr>
            <a:r>
              <a:rPr lang="en-US" sz="2000"/>
              <a:t>MAV Link 2.0 lacks native encryption, allowing sensitive command-and-control messages to be transmitted in plaintext. This exposes UAV communications to eavesdropping and traffic analysis attacks. Furthermore, deployments that rely on shared symmetric keys remain vulnerable to key compromise, where the breach of a single node can jeopardize the security of the entire fleet.</a:t>
            </a:r>
          </a:p>
        </p:txBody>
      </p:sp>
      <p:pic>
        <p:nvPicPr>
          <p:cNvPr id="9" name="Picture 8">
            <a:extLst>
              <a:ext uri="{FF2B5EF4-FFF2-40B4-BE49-F238E27FC236}">
                <a16:creationId xmlns:a16="http://schemas.microsoft.com/office/drawing/2014/main" id="{F9364C77-740B-5A91-A7FD-E31A5DF891B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175494" y="3565187"/>
            <a:ext cx="3705777" cy="1945533"/>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710119" y="855662"/>
            <a:ext cx="5259554" cy="680936"/>
          </a:xfrm>
        </p:spPr>
        <p:txBody>
          <a:bodyPr/>
          <a:lstStyle/>
          <a:p>
            <a:r>
              <a:rPr lang="en-US"/>
              <a:t>WHY WE chose it:</a:t>
            </a:r>
          </a:p>
        </p:txBody>
      </p:sp>
      <p:sp>
        <p:nvSpPr>
          <p:cNvPr id="16" name="TextBox 15">
            <a:extLst>
              <a:ext uri="{FF2B5EF4-FFF2-40B4-BE49-F238E27FC236}">
                <a16:creationId xmlns:a16="http://schemas.microsoft.com/office/drawing/2014/main" id="{A3545DC8-793B-D6E8-DA52-4079F06ADF22}"/>
              </a:ext>
            </a:extLst>
          </p:cNvPr>
          <p:cNvSpPr txBox="1"/>
          <p:nvPr/>
        </p:nvSpPr>
        <p:spPr>
          <a:xfrm>
            <a:off x="1271891" y="2402732"/>
            <a:ext cx="3300108" cy="2585323"/>
          </a:xfrm>
          <a:prstGeom prst="rect">
            <a:avLst/>
          </a:prstGeom>
          <a:noFill/>
        </p:spPr>
        <p:txBody>
          <a:bodyPr wrap="square">
            <a:spAutoFit/>
          </a:bodyPr>
          <a:lstStyle/>
          <a:p>
            <a:r>
              <a:rPr lang="en-US">
                <a:solidFill>
                  <a:schemeClr val="accent6">
                    <a:lumMod val="75000"/>
                  </a:schemeClr>
                </a:solidFill>
                <a:latin typeface="Aptos" panose="020B0004020202020204" pitchFamily="34" charset="0"/>
              </a:rPr>
              <a:t>It leads to:</a:t>
            </a:r>
          </a:p>
          <a:p>
            <a:pPr marL="285750" indent="-285750">
              <a:buFont typeface="Arial" panose="020B0604020202020204" pitchFamily="34" charset="0"/>
              <a:buChar char="•"/>
            </a:pPr>
            <a:endParaRPr lang="en-US">
              <a:solidFill>
                <a:schemeClr val="accent6">
                  <a:lumMod val="75000"/>
                </a:schemeClr>
              </a:solidFill>
              <a:latin typeface="Aptos" panose="020B0004020202020204" pitchFamily="34" charset="0"/>
            </a:endParaRP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Eavesdropping</a:t>
            </a: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Loss of Confidentiality</a:t>
            </a: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Man-in-the-Middle Attacks</a:t>
            </a: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Command Injection</a:t>
            </a: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Privacy Risks</a:t>
            </a: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Mission Failure</a:t>
            </a:r>
          </a:p>
          <a:p>
            <a:pPr marL="285750" indent="-285750">
              <a:buFont typeface="Arial" panose="020B0604020202020204" pitchFamily="34" charset="0"/>
              <a:buChar char="•"/>
            </a:pPr>
            <a:r>
              <a:rPr lang="en-US">
                <a:solidFill>
                  <a:schemeClr val="accent6">
                    <a:lumMod val="75000"/>
                  </a:schemeClr>
                </a:solidFill>
                <a:latin typeface="Aptos" panose="020B0004020202020204" pitchFamily="34" charset="0"/>
              </a:rPr>
              <a:t>Safety Risks</a:t>
            </a:r>
          </a:p>
        </p:txBody>
      </p:sp>
      <p:pic>
        <p:nvPicPr>
          <p:cNvPr id="18" name="Picture 17">
            <a:extLst>
              <a:ext uri="{FF2B5EF4-FFF2-40B4-BE49-F238E27FC236}">
                <a16:creationId xmlns:a16="http://schemas.microsoft.com/office/drawing/2014/main" id="{B8E122C5-FD20-1715-DD1D-0C35076DBBD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33620" y="2288735"/>
            <a:ext cx="5386489" cy="3032667"/>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602556"/>
            <a:ext cx="7965461" cy="994164"/>
          </a:xfrm>
        </p:spPr>
        <p:txBody>
          <a:bodyPr/>
          <a:lstStyle/>
          <a:p>
            <a:r>
              <a:rPr lang="en-US"/>
              <a:t>Tools used:</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a:p>
        </p:txBody>
      </p:sp>
      <p:sp>
        <p:nvSpPr>
          <p:cNvPr id="5" name="Content Placeholder 4">
            <a:extLst>
              <a:ext uri="{FF2B5EF4-FFF2-40B4-BE49-F238E27FC236}">
                <a16:creationId xmlns:a16="http://schemas.microsoft.com/office/drawing/2014/main" id="{BDB3D953-B04B-4C40-B47D-27CB29967C1A}"/>
              </a:ext>
            </a:extLst>
          </p:cNvPr>
          <p:cNvSpPr>
            <a:spLocks noGrp="1"/>
          </p:cNvSpPr>
          <p:nvPr>
            <p:ph sz="half" idx="2"/>
          </p:nvPr>
        </p:nvSpPr>
        <p:spPr/>
        <p:txBody>
          <a:bodyPr/>
          <a:lstStyle/>
          <a:p>
            <a:r>
              <a:rPr lang="en-US"/>
              <a:t>PX4</a:t>
            </a:r>
          </a:p>
          <a:p>
            <a:r>
              <a:rPr lang="en-US"/>
              <a:t>Gazebo</a:t>
            </a:r>
          </a:p>
          <a:p>
            <a:r>
              <a:rPr lang="en-US"/>
              <a:t>Q Ground Control</a:t>
            </a:r>
          </a:p>
          <a:p>
            <a:r>
              <a:rPr lang="en-US"/>
              <a:t>MAV Proxy</a:t>
            </a:r>
          </a:p>
          <a:p>
            <a:r>
              <a:rPr lang="en-US"/>
              <a:t>Py MAV</a:t>
            </a:r>
          </a:p>
          <a:p>
            <a:r>
              <a:rPr lang="en-US"/>
              <a:t>Claude – Open Claw</a:t>
            </a:r>
          </a:p>
          <a:p>
            <a:r>
              <a:rPr lang="en-US"/>
              <a:t>Wireshark</a:t>
            </a:r>
          </a:p>
        </p:txBody>
      </p:sp>
      <p:pic>
        <p:nvPicPr>
          <p:cNvPr id="7" name="Picture 6">
            <a:extLst>
              <a:ext uri="{FF2B5EF4-FFF2-40B4-BE49-F238E27FC236}">
                <a16:creationId xmlns:a16="http://schemas.microsoft.com/office/drawing/2014/main" id="{95413EF3-623F-CCE0-48A3-D7B60530D09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486517" y="2721484"/>
            <a:ext cx="2737315" cy="1330394"/>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199440" y="574772"/>
            <a:ext cx="6073666" cy="707831"/>
          </a:xfrm>
        </p:spPr>
        <p:txBody>
          <a:bodyPr/>
          <a:lstStyle/>
          <a:p>
            <a:r>
              <a:rPr lang="en-US"/>
              <a:t>Possible solutions: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a:p>
        </p:txBody>
      </p:sp>
      <p:sp>
        <p:nvSpPr>
          <p:cNvPr id="11" name="Rectangle: Rounded Corners 10">
            <a:extLst>
              <a:ext uri="{FF2B5EF4-FFF2-40B4-BE49-F238E27FC236}">
                <a16:creationId xmlns:a16="http://schemas.microsoft.com/office/drawing/2014/main" id="{7F367135-F528-9090-E438-F1BB98037096}"/>
              </a:ext>
            </a:extLst>
          </p:cNvPr>
          <p:cNvSpPr/>
          <p:nvPr/>
        </p:nvSpPr>
        <p:spPr>
          <a:xfrm>
            <a:off x="3936424" y="1876599"/>
            <a:ext cx="1358626" cy="4221804"/>
          </a:xfrm>
          <a:prstGeom prst="roundRect">
            <a:avLst/>
          </a:prstGeom>
          <a:solidFill>
            <a:srgbClr val="F5CDCE"/>
          </a:solidFill>
          <a:ln>
            <a:solidFill>
              <a:srgbClr val="F5CD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MAV Link communication is allowed only after successful verification of a secondary authentication token.</a:t>
            </a:r>
          </a:p>
        </p:txBody>
      </p:sp>
      <p:sp>
        <p:nvSpPr>
          <p:cNvPr id="14" name="Rectangle: Rounded Corners 13">
            <a:extLst>
              <a:ext uri="{FF2B5EF4-FFF2-40B4-BE49-F238E27FC236}">
                <a16:creationId xmlns:a16="http://schemas.microsoft.com/office/drawing/2014/main" id="{F52A7C01-AC1C-E499-A66D-7A0DB558DAAC}"/>
              </a:ext>
            </a:extLst>
          </p:cNvPr>
          <p:cNvSpPr/>
          <p:nvPr/>
        </p:nvSpPr>
        <p:spPr>
          <a:xfrm>
            <a:off x="7989620" y="1876599"/>
            <a:ext cx="1358626" cy="4221804"/>
          </a:xfrm>
          <a:prstGeom prst="roundRect">
            <a:avLst/>
          </a:prstGeom>
          <a:solidFill>
            <a:srgbClr val="F5CDCE"/>
          </a:solidFill>
          <a:ln>
            <a:solidFill>
              <a:srgbClr val="F5CD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sz="3900"/>
            </a:pPr>
            <a:r>
              <a:rPr lang="en-US" sz="1400">
                <a:solidFill>
                  <a:schemeClr val="tx1"/>
                </a:solidFill>
              </a:rPr>
              <a:t>MAV Link messages are encrypted using an Affine Cipher where latitude and longitude values act as encryption parameters.</a:t>
            </a:r>
          </a:p>
        </p:txBody>
      </p:sp>
      <p:sp>
        <p:nvSpPr>
          <p:cNvPr id="15" name="Rectangle: Rounded Corners 14">
            <a:extLst>
              <a:ext uri="{FF2B5EF4-FFF2-40B4-BE49-F238E27FC236}">
                <a16:creationId xmlns:a16="http://schemas.microsoft.com/office/drawing/2014/main" id="{CE29A390-3841-72D8-C095-762478B40F7E}"/>
              </a:ext>
            </a:extLst>
          </p:cNvPr>
          <p:cNvSpPr/>
          <p:nvPr/>
        </p:nvSpPr>
        <p:spPr>
          <a:xfrm>
            <a:off x="5963022" y="1876599"/>
            <a:ext cx="1358626" cy="4221804"/>
          </a:xfrm>
          <a:prstGeom prst="roundRect">
            <a:avLst/>
          </a:prstGeom>
          <a:solidFill>
            <a:srgbClr val="F5CDCE"/>
          </a:solidFill>
          <a:ln>
            <a:solidFill>
              <a:srgbClr val="F5CD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A cryptographic hash-based authentication tag is generated and attached to each MAV Link packet to verify integrity and authenticity.</a:t>
            </a:r>
          </a:p>
        </p:txBody>
      </p:sp>
      <p:sp>
        <p:nvSpPr>
          <p:cNvPr id="16" name="Rectangle: Rounded Corners 15">
            <a:extLst>
              <a:ext uri="{FF2B5EF4-FFF2-40B4-BE49-F238E27FC236}">
                <a16:creationId xmlns:a16="http://schemas.microsoft.com/office/drawing/2014/main" id="{EC1CF7DD-B407-B895-72AE-235B8AB41E33}"/>
              </a:ext>
            </a:extLst>
          </p:cNvPr>
          <p:cNvSpPr/>
          <p:nvPr/>
        </p:nvSpPr>
        <p:spPr>
          <a:xfrm>
            <a:off x="10068097" y="1876599"/>
            <a:ext cx="1358626" cy="4221804"/>
          </a:xfrm>
          <a:prstGeom prst="roundRect">
            <a:avLst/>
          </a:prstGeom>
          <a:solidFill>
            <a:srgbClr val="F5CDCE"/>
          </a:solidFill>
          <a:ln>
            <a:solidFill>
              <a:srgbClr val="F5CD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sz="4000"/>
            </a:pPr>
            <a:r>
              <a:rPr lang="en-US" sz="1400">
                <a:solidFill>
                  <a:schemeClr val="tx1"/>
                </a:solidFill>
              </a:rPr>
              <a:t>MAV Link packets are encrypted using the ChaCha20 stream cipher before transmission and decrypted by the receiver.</a:t>
            </a:r>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4882-FCD9-D4A3-84E3-B0F15F5E7C11}"/>
              </a:ext>
            </a:extLst>
          </p:cNvPr>
          <p:cNvSpPr>
            <a:spLocks noGrp="1"/>
          </p:cNvSpPr>
          <p:nvPr>
            <p:ph type="title"/>
          </p:nvPr>
        </p:nvSpPr>
        <p:spPr>
          <a:xfrm>
            <a:off x="384629" y="454931"/>
            <a:ext cx="10511627" cy="1012785"/>
          </a:xfrm>
        </p:spPr>
        <p:txBody>
          <a:bodyPr/>
          <a:lstStyle/>
          <a:p>
            <a:r>
              <a:rPr lang="en-US"/>
              <a:t>How the chacha20 works</a:t>
            </a:r>
          </a:p>
        </p:txBody>
      </p:sp>
      <p:pic>
        <p:nvPicPr>
          <p:cNvPr id="5" name="Content Placeholder 4">
            <a:extLst>
              <a:ext uri="{FF2B5EF4-FFF2-40B4-BE49-F238E27FC236}">
                <a16:creationId xmlns:a16="http://schemas.microsoft.com/office/drawing/2014/main" id="{14E15D5A-B384-E34D-BC44-6C75D1E49F3B}"/>
              </a:ext>
            </a:extLst>
          </p:cNvPr>
          <p:cNvPicPr>
            <a:picLocks noGrp="1" noChangeAspect="1"/>
          </p:cNvPicPr>
          <p:nvPr>
            <p:ph sz="quarter" idx="4"/>
          </p:nvPr>
        </p:nvPicPr>
        <p:blipFill>
          <a:blip r:embed="rId2"/>
          <a:stretch>
            <a:fillRect/>
          </a:stretch>
        </p:blipFill>
        <p:spPr>
          <a:xfrm>
            <a:off x="1678443" y="1750011"/>
            <a:ext cx="8468285" cy="4442042"/>
          </a:xfrm>
          <a:prstGeom prst="rect">
            <a:avLst/>
          </a:prstGeom>
        </p:spPr>
      </p:pic>
      <p:sp>
        <p:nvSpPr>
          <p:cNvPr id="3" name="Slide Number Placeholder 2">
            <a:extLst>
              <a:ext uri="{FF2B5EF4-FFF2-40B4-BE49-F238E27FC236}">
                <a16:creationId xmlns:a16="http://schemas.microsoft.com/office/drawing/2014/main" id="{416A7028-16A4-5F13-8A3A-E771D3AC45A1}"/>
              </a:ext>
            </a:extLst>
          </p:cNvPr>
          <p:cNvSpPr>
            <a:spLocks noGrp="1"/>
          </p:cNvSpPr>
          <p:nvPr>
            <p:ph type="sldNum" sz="quarter" idx="10"/>
          </p:nvPr>
        </p:nvSpPr>
        <p:spPr/>
        <p:txBody>
          <a:bodyPr/>
          <a:lstStyle/>
          <a:p>
            <a:fld id="{48F63A3B-78C7-47BE-AE5E-E10140E04643}" type="slidenum">
              <a:rPr lang="en-US" smtClean="0"/>
              <a:pPr/>
              <a:t>7</a:t>
            </a:fld>
            <a:endParaRPr lang="en-US"/>
          </a:p>
        </p:txBody>
      </p:sp>
    </p:spTree>
    <p:extLst>
      <p:ext uri="{BB962C8B-B14F-4D97-AF65-F5344CB8AC3E}">
        <p14:creationId xmlns:p14="http://schemas.microsoft.com/office/powerpoint/2010/main" val="1722402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94A8A-1FB3-7735-B1B1-5DC61495EF8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D7461A1-9F0C-AB66-2F50-D875B49AD640}"/>
              </a:ext>
            </a:extLst>
          </p:cNvPr>
          <p:cNvPicPr>
            <a:picLocks noGrp="1" noChangeAspect="1"/>
          </p:cNvPicPr>
          <p:nvPr>
            <p:ph sz="quarter" idx="4"/>
          </p:nvPr>
        </p:nvPicPr>
        <p:blipFill>
          <a:blip r:embed="rId2"/>
          <a:stretch>
            <a:fillRect/>
          </a:stretch>
        </p:blipFill>
        <p:spPr>
          <a:xfrm>
            <a:off x="568238" y="1060581"/>
            <a:ext cx="10978979" cy="5588671"/>
          </a:xfrm>
          <a:prstGeom prst="rect">
            <a:avLst/>
          </a:prstGeom>
        </p:spPr>
      </p:pic>
      <p:sp>
        <p:nvSpPr>
          <p:cNvPr id="4" name="Slide Number Placeholder 3">
            <a:extLst>
              <a:ext uri="{FF2B5EF4-FFF2-40B4-BE49-F238E27FC236}">
                <a16:creationId xmlns:a16="http://schemas.microsoft.com/office/drawing/2014/main" id="{7AA64660-F9BA-2634-7233-A1F702B24DF9}"/>
              </a:ext>
            </a:extLst>
          </p:cNvPr>
          <p:cNvSpPr>
            <a:spLocks noGrp="1"/>
          </p:cNvSpPr>
          <p:nvPr>
            <p:ph type="sldNum" sz="quarter" idx="10"/>
          </p:nvPr>
        </p:nvSpPr>
        <p:spPr/>
        <p:txBody>
          <a:bodyPr/>
          <a:lstStyle/>
          <a:p>
            <a:fld id="{48F63A3B-78C7-47BE-AE5E-E10140E04643}" type="slidenum">
              <a:rPr lang="en-US" smtClean="0"/>
              <a:pPr/>
              <a:t>8</a:t>
            </a:fld>
            <a:endParaRPr lang="en-US"/>
          </a:p>
        </p:txBody>
      </p:sp>
    </p:spTree>
    <p:extLst>
      <p:ext uri="{BB962C8B-B14F-4D97-AF65-F5344CB8AC3E}">
        <p14:creationId xmlns:p14="http://schemas.microsoft.com/office/powerpoint/2010/main" val="714922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4197019" y="438266"/>
            <a:ext cx="3945565" cy="980844"/>
          </a:xfrm>
        </p:spPr>
        <p:txBody>
          <a:bodyPr/>
          <a:lstStyle/>
          <a:p>
            <a:r>
              <a:rPr lang="en-US"/>
              <a:t>Comparison:</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a:p>
        </p:txBody>
      </p:sp>
      <p:pic>
        <p:nvPicPr>
          <p:cNvPr id="262" name="5a80b48a-6b21-45d6-8288-062dc69b5ba2.jpeg" descr="5a80b48a-6b21-45d6-8288-062dc69b5ba2.jpeg"/>
          <p:cNvPicPr>
            <a:picLocks noChangeAspect="1"/>
          </p:cNvPicPr>
          <p:nvPr/>
        </p:nvPicPr>
        <p:blipFill>
          <a:blip r:embed="rId3"/>
          <a:stretch>
            <a:fillRect/>
          </a:stretch>
        </p:blipFill>
        <p:spPr>
          <a:xfrm>
            <a:off x="421592" y="2606166"/>
            <a:ext cx="11348815" cy="2872669"/>
          </a:xfrm>
          <a:prstGeom prst="rect">
            <a:avLst/>
          </a:prstGeom>
          <a:ln w="12700">
            <a:miter lim="400000"/>
          </a:ln>
        </p:spPr>
      </p:pic>
    </p:spTree>
    <p:extLst>
      <p:ext uri="{BB962C8B-B14F-4D97-AF65-F5344CB8AC3E}">
        <p14:creationId xmlns:p14="http://schemas.microsoft.com/office/powerpoint/2010/main" val="396999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CAD8-6D66-A057-0D05-AC28DFE861C8}"/>
              </a:ext>
            </a:extLst>
          </p:cNvPr>
          <p:cNvSpPr>
            <a:spLocks noGrp="1"/>
          </p:cNvSpPr>
          <p:nvPr>
            <p:ph type="title"/>
          </p:nvPr>
        </p:nvSpPr>
        <p:spPr/>
        <p:txBody>
          <a:bodyPr/>
          <a:lstStyle/>
          <a:p>
            <a:r>
              <a:rPr lang="en-US"/>
              <a:t>Chacha 20 – latest resource metrics</a:t>
            </a:r>
          </a:p>
        </p:txBody>
      </p:sp>
      <p:sp>
        <p:nvSpPr>
          <p:cNvPr id="3" name="Slide Number Placeholder 2">
            <a:extLst>
              <a:ext uri="{FF2B5EF4-FFF2-40B4-BE49-F238E27FC236}">
                <a16:creationId xmlns:a16="http://schemas.microsoft.com/office/drawing/2014/main" id="{EF30173C-66DB-5330-DFEA-ECBCE5CA5D31}"/>
              </a:ext>
            </a:extLst>
          </p:cNvPr>
          <p:cNvSpPr>
            <a:spLocks noGrp="1"/>
          </p:cNvSpPr>
          <p:nvPr>
            <p:ph type="sldNum" sz="quarter" idx="12"/>
          </p:nvPr>
        </p:nvSpPr>
        <p:spPr/>
        <p:txBody>
          <a:bodyPr/>
          <a:lstStyle/>
          <a:p>
            <a:fld id="{48F63A3B-78C7-47BE-AE5E-E10140E04643}" type="slidenum">
              <a:rPr lang="en-US" smtClean="0"/>
              <a:pPr/>
              <a:t>10</a:t>
            </a:fld>
            <a:endParaRPr lang="en-US"/>
          </a:p>
        </p:txBody>
      </p:sp>
      <p:graphicFrame>
        <p:nvGraphicFramePr>
          <p:cNvPr id="5" name="Table 4">
            <a:extLst>
              <a:ext uri="{FF2B5EF4-FFF2-40B4-BE49-F238E27FC236}">
                <a16:creationId xmlns:a16="http://schemas.microsoft.com/office/drawing/2014/main" id="{8CB49613-5865-EBBA-8170-F200B48A7CD0}"/>
              </a:ext>
            </a:extLst>
          </p:cNvPr>
          <p:cNvGraphicFramePr>
            <a:graphicFrameLocks noGrp="1"/>
          </p:cNvGraphicFramePr>
          <p:nvPr>
            <p:extLst>
              <p:ext uri="{D42A27DB-BD31-4B8C-83A1-F6EECF244321}">
                <p14:modId xmlns:p14="http://schemas.microsoft.com/office/powerpoint/2010/main" val="3193715907"/>
              </p:ext>
            </p:extLst>
          </p:nvPr>
        </p:nvGraphicFramePr>
        <p:xfrm>
          <a:off x="1881398" y="2527008"/>
          <a:ext cx="7662333" cy="3413760"/>
        </p:xfrm>
        <a:graphic>
          <a:graphicData uri="http://schemas.openxmlformats.org/drawingml/2006/table">
            <a:tbl>
              <a:tblPr firstRow="1" bandRow="1">
                <a:tableStyleId>{3B4B98B0-60AC-42C2-AFA5-B58CD77FA1E5}</a:tableStyleId>
              </a:tblPr>
              <a:tblGrid>
                <a:gridCol w="4296833">
                  <a:extLst>
                    <a:ext uri="{9D8B030D-6E8A-4147-A177-3AD203B41FA5}">
                      <a16:colId xmlns:a16="http://schemas.microsoft.com/office/drawing/2014/main" val="1706979635"/>
                    </a:ext>
                  </a:extLst>
                </a:gridCol>
                <a:gridCol w="3365500">
                  <a:extLst>
                    <a:ext uri="{9D8B030D-6E8A-4147-A177-3AD203B41FA5}">
                      <a16:colId xmlns:a16="http://schemas.microsoft.com/office/drawing/2014/main" val="1151453775"/>
                    </a:ext>
                  </a:extLst>
                </a:gridCol>
              </a:tblGrid>
              <a:tr h="0">
                <a:tc>
                  <a:txBody>
                    <a:bodyPr/>
                    <a:lstStyle/>
                    <a:p>
                      <a:pPr>
                        <a:buNone/>
                      </a:pPr>
                      <a:r>
                        <a:rPr lang="en-US" b="1">
                          <a:effectLst/>
                        </a:rPr>
                        <a:t>Max Simulation Time</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rPr>
                        <a:t>51.512 seconds</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7934847"/>
                  </a:ext>
                </a:extLst>
              </a:tr>
              <a:tr h="0">
                <a:tc>
                  <a:txBody>
                    <a:bodyPr/>
                    <a:lstStyle/>
                    <a:p>
                      <a:pPr>
                        <a:buNone/>
                      </a:pPr>
                      <a:r>
                        <a:rPr lang="en-US" b="1">
                          <a:effectLst/>
                        </a:rPr>
                        <a:t>Max Real Time Lifecycle</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buNone/>
                      </a:pPr>
                      <a:r>
                        <a:rPr lang="en-US" b="1">
                          <a:effectLst/>
                        </a:rPr>
                        <a:t>53.339 seconds</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86147469"/>
                  </a:ext>
                </a:extLst>
              </a:tr>
              <a:tr h="0">
                <a:tc>
                  <a:txBody>
                    <a:bodyPr/>
                    <a:lstStyle/>
                    <a:p>
                      <a:pPr>
                        <a:buNone/>
                      </a:pPr>
                      <a:r>
                        <a:rPr lang="en-US" b="1">
                          <a:effectLst/>
                        </a:rPr>
                        <a:t>Total Logged Iterations</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rPr>
                        <a:t>12,878 iterations</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0791923"/>
                  </a:ext>
                </a:extLst>
              </a:tr>
              <a:tr h="0">
                <a:tc>
                  <a:txBody>
                    <a:bodyPr/>
                    <a:lstStyle/>
                    <a:p>
                      <a:pPr>
                        <a:buNone/>
                      </a:pPr>
                      <a:r>
                        <a:rPr lang="en-US" b="1">
                          <a:effectLst/>
                        </a:rPr>
                        <a:t>Physics Step-Size</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buNone/>
                      </a:pPr>
                      <a:r>
                        <a:rPr lang="en-US" b="1" dirty="0">
                          <a:effectLst/>
                        </a:rPr>
                        <a:t>4,000,000 ns (4 </a:t>
                      </a:r>
                      <a:r>
                        <a:rPr lang="en-US" b="1" dirty="0" err="1">
                          <a:effectLst/>
                        </a:rPr>
                        <a:t>ms</a:t>
                      </a:r>
                      <a:r>
                        <a:rPr lang="en-US" b="1" dirty="0">
                          <a:effectLst/>
                        </a:rPr>
                        <a:t>)</a:t>
                      </a:r>
                      <a:endParaRPr lang="en-US" dirty="0">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18142490"/>
                  </a:ext>
                </a:extLst>
              </a:tr>
              <a:tr h="0">
                <a:tc>
                  <a:txBody>
                    <a:bodyPr/>
                    <a:lstStyle/>
                    <a:p>
                      <a:pPr>
                        <a:buNone/>
                      </a:pPr>
                      <a:r>
                        <a:rPr lang="en-US" b="1">
                          <a:effectLst/>
                        </a:rPr>
                        <a:t>Worst-Case Transient RTF</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rPr>
                        <a:t>0.0023</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961287"/>
                  </a:ext>
                </a:extLst>
              </a:tr>
              <a:tr h="0">
                <a:tc>
                  <a:txBody>
                    <a:bodyPr/>
                    <a:lstStyle/>
                    <a:p>
                      <a:pPr>
                        <a:buNone/>
                      </a:pPr>
                      <a:r>
                        <a:rPr lang="en-US" b="1">
                          <a:effectLst/>
                        </a:rPr>
                        <a:t>Peak Transient RTF</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buNone/>
                      </a:pPr>
                      <a:r>
                        <a:rPr lang="en-US" b="1">
                          <a:effectLst/>
                        </a:rPr>
                        <a:t>1.161</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32472252"/>
                  </a:ext>
                </a:extLst>
              </a:tr>
              <a:tr h="0">
                <a:tc>
                  <a:txBody>
                    <a:bodyPr/>
                    <a:lstStyle/>
                    <a:p>
                      <a:pPr>
                        <a:buNone/>
                      </a:pPr>
                      <a:r>
                        <a:rPr lang="en-US" b="1">
                          <a:effectLst/>
                        </a:rPr>
                        <a:t>Steady-State Operational RTF</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rPr>
                        <a:t>~0.978</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09485650"/>
                  </a:ext>
                </a:extLst>
              </a:tr>
              <a:tr h="0">
                <a:tc>
                  <a:txBody>
                    <a:bodyPr/>
                    <a:lstStyle/>
                    <a:p>
                      <a:pPr>
                        <a:buNone/>
                      </a:pPr>
                      <a:r>
                        <a:rPr lang="en-US" b="1">
                          <a:effectLst/>
                        </a:rPr>
                        <a:t>Processing Throughput</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buNone/>
                      </a:pPr>
                      <a:r>
                        <a:rPr lang="en-US" b="1">
                          <a:effectLst/>
                        </a:rPr>
                        <a:t>241.4 iterations/s</a:t>
                      </a:r>
                      <a:endParaRPr lang="en-US">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75490838"/>
                  </a:ext>
                </a:extLst>
              </a:tr>
            </a:tbl>
          </a:graphicData>
        </a:graphic>
      </p:graphicFrame>
    </p:spTree>
    <p:extLst>
      <p:ext uri="{BB962C8B-B14F-4D97-AF65-F5344CB8AC3E}">
        <p14:creationId xmlns:p14="http://schemas.microsoft.com/office/powerpoint/2010/main" val="1074295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2174081" y="550883"/>
            <a:ext cx="7843837" cy="1012782"/>
          </a:xfrm>
        </p:spPr>
        <p:txBody>
          <a:bodyPr/>
          <a:lstStyle/>
          <a:p>
            <a:r>
              <a:rPr lang="en-US"/>
              <a:t>Attacks launched:</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a:p>
        </p:txBody>
      </p:sp>
      <p:sp>
        <p:nvSpPr>
          <p:cNvPr id="10" name="TextBox 9">
            <a:extLst>
              <a:ext uri="{FF2B5EF4-FFF2-40B4-BE49-F238E27FC236}">
                <a16:creationId xmlns:a16="http://schemas.microsoft.com/office/drawing/2014/main" id="{283C825E-34A1-48D2-D37F-646CCA05875E}"/>
              </a:ext>
            </a:extLst>
          </p:cNvPr>
          <p:cNvSpPr txBox="1"/>
          <p:nvPr/>
        </p:nvSpPr>
        <p:spPr>
          <a:xfrm>
            <a:off x="718111" y="2361256"/>
            <a:ext cx="2649571" cy="2308324"/>
          </a:xfrm>
          <a:prstGeom prst="rect">
            <a:avLst/>
          </a:prstGeom>
          <a:noFill/>
        </p:spPr>
        <p:txBody>
          <a:bodyPr wrap="square">
            <a:spAutoFit/>
          </a:bodyPr>
          <a:lstStyle/>
          <a:p>
            <a:pPr>
              <a:buNone/>
            </a:pPr>
            <a:r>
              <a:rPr lang="en-US" b="1"/>
              <a:t>Software attacks</a:t>
            </a:r>
          </a:p>
          <a:p>
            <a:pPr>
              <a:buNone/>
            </a:pPr>
            <a:endParaRPr lang="en-US"/>
          </a:p>
          <a:p>
            <a:pPr>
              <a:buFont typeface="Arial" panose="020B0604020202020204" pitchFamily="34" charset="0"/>
              <a:buChar char="•"/>
            </a:pPr>
            <a:r>
              <a:rPr lang="en-US"/>
              <a:t>MITM</a:t>
            </a:r>
          </a:p>
          <a:p>
            <a:pPr>
              <a:buFont typeface="Arial" panose="020B0604020202020204" pitchFamily="34" charset="0"/>
              <a:buChar char="•"/>
            </a:pPr>
            <a:r>
              <a:rPr lang="en-US"/>
              <a:t>Replay Attack</a:t>
            </a:r>
          </a:p>
          <a:p>
            <a:pPr>
              <a:buFont typeface="Arial" panose="020B0604020202020204" pitchFamily="34" charset="0"/>
              <a:buChar char="•"/>
            </a:pPr>
            <a:r>
              <a:rPr lang="en-US"/>
              <a:t>Eavesdropping</a:t>
            </a:r>
          </a:p>
          <a:p>
            <a:pPr>
              <a:buFont typeface="Arial" panose="020B0604020202020204" pitchFamily="34" charset="0"/>
              <a:buChar char="•"/>
            </a:pPr>
            <a:r>
              <a:rPr lang="en-US"/>
              <a:t>CLI Injection</a:t>
            </a:r>
          </a:p>
          <a:p>
            <a:pPr>
              <a:buFont typeface="Arial" panose="020B0604020202020204" pitchFamily="34" charset="0"/>
              <a:buChar char="•"/>
            </a:pPr>
            <a:r>
              <a:rPr lang="en-US"/>
              <a:t>Token Brute Force</a:t>
            </a:r>
          </a:p>
          <a:p>
            <a:pPr>
              <a:buFont typeface="Arial" panose="020B0604020202020204" pitchFamily="34" charset="0"/>
              <a:buChar char="•"/>
            </a:pPr>
            <a:r>
              <a:rPr lang="en-US"/>
              <a:t>Endpoint Compromise</a:t>
            </a:r>
          </a:p>
        </p:txBody>
      </p:sp>
      <p:sp>
        <p:nvSpPr>
          <p:cNvPr id="12" name="TextBox 11">
            <a:extLst>
              <a:ext uri="{FF2B5EF4-FFF2-40B4-BE49-F238E27FC236}">
                <a16:creationId xmlns:a16="http://schemas.microsoft.com/office/drawing/2014/main" id="{94ADB294-20DD-5954-59A6-BE69DF61D287}"/>
              </a:ext>
            </a:extLst>
          </p:cNvPr>
          <p:cNvSpPr txBox="1"/>
          <p:nvPr/>
        </p:nvSpPr>
        <p:spPr>
          <a:xfrm>
            <a:off x="3803717" y="2361256"/>
            <a:ext cx="2649571" cy="1200329"/>
          </a:xfrm>
          <a:prstGeom prst="rect">
            <a:avLst/>
          </a:prstGeom>
          <a:noFill/>
        </p:spPr>
        <p:txBody>
          <a:bodyPr wrap="square">
            <a:spAutoFit/>
          </a:bodyPr>
          <a:lstStyle/>
          <a:p>
            <a:pPr>
              <a:buNone/>
            </a:pPr>
            <a:r>
              <a:rPr lang="en-US" b="1"/>
              <a:t>Hardware attacks</a:t>
            </a:r>
          </a:p>
          <a:p>
            <a:pPr>
              <a:buNone/>
            </a:pPr>
            <a:endParaRPr lang="en-US"/>
          </a:p>
          <a:p>
            <a:pPr>
              <a:buFont typeface="Arial" panose="020B0604020202020204" pitchFamily="34" charset="0"/>
              <a:buChar char="•"/>
            </a:pPr>
            <a:r>
              <a:rPr lang="en-US"/>
              <a:t>RF Jamming</a:t>
            </a:r>
          </a:p>
          <a:p>
            <a:pPr>
              <a:buFont typeface="Arial" panose="020B0604020202020204" pitchFamily="34" charset="0"/>
              <a:buChar char="•"/>
            </a:pPr>
            <a:r>
              <a:rPr lang="en-US"/>
              <a:t>GPS Spoofing </a:t>
            </a:r>
          </a:p>
        </p:txBody>
      </p:sp>
      <p:sp>
        <p:nvSpPr>
          <p:cNvPr id="14" name="TextBox 13">
            <a:extLst>
              <a:ext uri="{FF2B5EF4-FFF2-40B4-BE49-F238E27FC236}">
                <a16:creationId xmlns:a16="http://schemas.microsoft.com/office/drawing/2014/main" id="{C4ABE1F0-5D6D-03B3-7F82-A5BC997E50C3}"/>
              </a:ext>
            </a:extLst>
          </p:cNvPr>
          <p:cNvSpPr txBox="1"/>
          <p:nvPr/>
        </p:nvSpPr>
        <p:spPr>
          <a:xfrm>
            <a:off x="3803718" y="3762839"/>
            <a:ext cx="2649570" cy="1200329"/>
          </a:xfrm>
          <a:prstGeom prst="rect">
            <a:avLst/>
          </a:prstGeom>
          <a:noFill/>
        </p:spPr>
        <p:txBody>
          <a:bodyPr wrap="square">
            <a:spAutoFit/>
          </a:bodyPr>
          <a:lstStyle/>
          <a:p>
            <a:pPr>
              <a:buNone/>
            </a:pPr>
            <a:r>
              <a:rPr lang="en-US" b="1"/>
              <a:t>Mixed</a:t>
            </a:r>
          </a:p>
          <a:p>
            <a:pPr>
              <a:buNone/>
            </a:pPr>
            <a:endParaRPr lang="en-US"/>
          </a:p>
          <a:p>
            <a:pPr>
              <a:buFont typeface="Arial" panose="020B0604020202020204" pitchFamily="34" charset="0"/>
              <a:buChar char="•"/>
            </a:pPr>
            <a:r>
              <a:rPr lang="en-US"/>
              <a:t>GPS Spoofing</a:t>
            </a:r>
          </a:p>
          <a:p>
            <a:pPr>
              <a:buFont typeface="Arial" panose="020B0604020202020204" pitchFamily="34" charset="0"/>
              <a:buChar char="•"/>
            </a:pPr>
            <a:r>
              <a:rPr lang="en-US"/>
              <a:t>Endpoint Compromise</a:t>
            </a:r>
          </a:p>
        </p:txBody>
      </p:sp>
      <p:pic>
        <p:nvPicPr>
          <p:cNvPr id="13" name="Picture 12">
            <a:extLst>
              <a:ext uri="{FF2B5EF4-FFF2-40B4-BE49-F238E27FC236}">
                <a16:creationId xmlns:a16="http://schemas.microsoft.com/office/drawing/2014/main" id="{D2A41054-D000-1572-563E-36CA34B72F8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325358" y="3940639"/>
            <a:ext cx="4431409" cy="2501602"/>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82494" y="692943"/>
            <a:ext cx="5651499" cy="1091627"/>
          </a:xfrm>
        </p:spPr>
        <p:txBody>
          <a:bodyPr/>
          <a:lstStyle/>
          <a:p>
            <a:r>
              <a:rPr lang="en-US"/>
              <a:t>Metrics recorded:</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a:p>
        </p:txBody>
      </p:sp>
      <p:graphicFrame>
        <p:nvGraphicFramePr>
          <p:cNvPr id="11" name="Table 10">
            <a:extLst>
              <a:ext uri="{FF2B5EF4-FFF2-40B4-BE49-F238E27FC236}">
                <a16:creationId xmlns:a16="http://schemas.microsoft.com/office/drawing/2014/main" id="{459D4FE1-CED6-7A2C-5B2F-65B889517818}"/>
              </a:ext>
            </a:extLst>
          </p:cNvPr>
          <p:cNvGraphicFramePr>
            <a:graphicFrameLocks noGrp="1"/>
          </p:cNvGraphicFramePr>
          <p:nvPr>
            <p:extLst>
              <p:ext uri="{D42A27DB-BD31-4B8C-83A1-F6EECF244321}">
                <p14:modId xmlns:p14="http://schemas.microsoft.com/office/powerpoint/2010/main" val="2999733782"/>
              </p:ext>
            </p:extLst>
          </p:nvPr>
        </p:nvGraphicFramePr>
        <p:xfrm>
          <a:off x="2198724" y="2467547"/>
          <a:ext cx="5651498" cy="3403948"/>
        </p:xfrm>
        <a:graphic>
          <a:graphicData uri="http://schemas.openxmlformats.org/drawingml/2006/table">
            <a:tbl>
              <a:tblPr/>
              <a:tblGrid>
                <a:gridCol w="1682612">
                  <a:extLst>
                    <a:ext uri="{9D8B030D-6E8A-4147-A177-3AD203B41FA5}">
                      <a16:colId xmlns:a16="http://schemas.microsoft.com/office/drawing/2014/main" val="1468032963"/>
                    </a:ext>
                  </a:extLst>
                </a:gridCol>
                <a:gridCol w="3968886">
                  <a:extLst>
                    <a:ext uri="{9D8B030D-6E8A-4147-A177-3AD203B41FA5}">
                      <a16:colId xmlns:a16="http://schemas.microsoft.com/office/drawing/2014/main" val="3304473572"/>
                    </a:ext>
                  </a:extLst>
                </a:gridCol>
              </a:tblGrid>
              <a:tr h="414057">
                <a:tc>
                  <a:txBody>
                    <a:bodyPr/>
                    <a:lstStyle/>
                    <a:p>
                      <a:pPr>
                        <a:buNone/>
                      </a:pPr>
                      <a:r>
                        <a:rPr lang="en-US" sz="1600" b="1">
                          <a:solidFill>
                            <a:schemeClr val="tx1"/>
                          </a:solidFill>
                        </a:rPr>
                        <a:t>ASR</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Percentage of attacks that succeeded.</a:t>
                      </a:r>
                    </a:p>
                  </a:txBody>
                  <a:tcPr marL="82101" marR="82101" marT="41050" marB="41050" anchor="ctr">
                    <a:lnL>
                      <a:noFill/>
                    </a:lnL>
                    <a:lnR>
                      <a:noFill/>
                    </a:lnR>
                    <a:lnT>
                      <a:noFill/>
                    </a:lnT>
                    <a:lnB>
                      <a:noFill/>
                    </a:lnB>
                    <a:noFill/>
                  </a:tcPr>
                </a:tc>
                <a:extLst>
                  <a:ext uri="{0D108BD9-81ED-4DB2-BD59-A6C34878D82A}">
                    <a16:rowId xmlns:a16="http://schemas.microsoft.com/office/drawing/2014/main" val="68375888"/>
                  </a:ext>
                </a:extLst>
              </a:tr>
              <a:tr h="478758">
                <a:tc>
                  <a:txBody>
                    <a:bodyPr/>
                    <a:lstStyle/>
                    <a:p>
                      <a:pPr>
                        <a:buNone/>
                      </a:pPr>
                      <a:r>
                        <a:rPr lang="en-US" sz="1600" b="1">
                          <a:solidFill>
                            <a:schemeClr val="tx1"/>
                          </a:solidFill>
                        </a:rPr>
                        <a:t>ADR</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Percentage of attacks detected by the defense.</a:t>
                      </a:r>
                    </a:p>
                  </a:txBody>
                  <a:tcPr marL="82101" marR="82101" marT="41050" marB="41050" anchor="ctr">
                    <a:lnL>
                      <a:noFill/>
                    </a:lnL>
                    <a:lnR>
                      <a:noFill/>
                    </a:lnR>
                    <a:lnT>
                      <a:noFill/>
                    </a:lnT>
                    <a:lnB>
                      <a:noFill/>
                    </a:lnB>
                    <a:noFill/>
                  </a:tcPr>
                </a:tc>
                <a:extLst>
                  <a:ext uri="{0D108BD9-81ED-4DB2-BD59-A6C34878D82A}">
                    <a16:rowId xmlns:a16="http://schemas.microsoft.com/office/drawing/2014/main" val="3761929602"/>
                  </a:ext>
                </a:extLst>
              </a:tr>
              <a:tr h="478758">
                <a:tc>
                  <a:txBody>
                    <a:bodyPr/>
                    <a:lstStyle/>
                    <a:p>
                      <a:pPr>
                        <a:buNone/>
                      </a:pPr>
                      <a:r>
                        <a:rPr lang="en-US" sz="1600" b="1">
                          <a:solidFill>
                            <a:schemeClr val="tx1"/>
                          </a:solidFill>
                        </a:rPr>
                        <a:t>FPR</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Normal traffic incorrectly detected as an attack.</a:t>
                      </a:r>
                    </a:p>
                  </a:txBody>
                  <a:tcPr marL="82101" marR="82101" marT="41050" marB="41050" anchor="ctr">
                    <a:lnL>
                      <a:noFill/>
                    </a:lnL>
                    <a:lnR>
                      <a:noFill/>
                    </a:lnR>
                    <a:lnT>
                      <a:noFill/>
                    </a:lnT>
                    <a:lnB>
                      <a:noFill/>
                    </a:lnB>
                    <a:noFill/>
                  </a:tcPr>
                </a:tc>
                <a:extLst>
                  <a:ext uri="{0D108BD9-81ED-4DB2-BD59-A6C34878D82A}">
                    <a16:rowId xmlns:a16="http://schemas.microsoft.com/office/drawing/2014/main" val="1064964408"/>
                  </a:ext>
                </a:extLst>
              </a:tr>
              <a:tr h="478758">
                <a:tc>
                  <a:txBody>
                    <a:bodyPr/>
                    <a:lstStyle/>
                    <a:p>
                      <a:pPr>
                        <a:buNone/>
                      </a:pPr>
                      <a:r>
                        <a:rPr lang="en-US" sz="1600" b="1">
                          <a:solidFill>
                            <a:schemeClr val="tx1"/>
                          </a:solidFill>
                        </a:rPr>
                        <a:t>FNR</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Attacks missed by the detection system.</a:t>
                      </a:r>
                    </a:p>
                  </a:txBody>
                  <a:tcPr marL="82101" marR="82101" marT="41050" marB="41050" anchor="ctr">
                    <a:lnL>
                      <a:noFill/>
                    </a:lnL>
                    <a:lnR>
                      <a:noFill/>
                    </a:lnR>
                    <a:lnT>
                      <a:noFill/>
                    </a:lnT>
                    <a:lnB>
                      <a:noFill/>
                    </a:lnB>
                    <a:noFill/>
                  </a:tcPr>
                </a:tc>
                <a:extLst>
                  <a:ext uri="{0D108BD9-81ED-4DB2-BD59-A6C34878D82A}">
                    <a16:rowId xmlns:a16="http://schemas.microsoft.com/office/drawing/2014/main" val="2367128013"/>
                  </a:ext>
                </a:extLst>
              </a:tr>
              <a:tr h="478758">
                <a:tc>
                  <a:txBody>
                    <a:bodyPr/>
                    <a:lstStyle/>
                    <a:p>
                      <a:pPr>
                        <a:buNone/>
                      </a:pPr>
                      <a:r>
                        <a:rPr lang="en-US" sz="1600" b="1">
                          <a:solidFill>
                            <a:schemeClr val="tx1"/>
                          </a:solidFill>
                        </a:rPr>
                        <a:t>PDR</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Percentage of packets delivered successfully.</a:t>
                      </a:r>
                    </a:p>
                  </a:txBody>
                  <a:tcPr marL="82101" marR="82101" marT="41050" marB="41050" anchor="ctr">
                    <a:lnL>
                      <a:noFill/>
                    </a:lnL>
                    <a:lnR>
                      <a:noFill/>
                    </a:lnR>
                    <a:lnT>
                      <a:noFill/>
                    </a:lnT>
                    <a:lnB>
                      <a:noFill/>
                    </a:lnB>
                    <a:noFill/>
                  </a:tcPr>
                </a:tc>
                <a:extLst>
                  <a:ext uri="{0D108BD9-81ED-4DB2-BD59-A6C34878D82A}">
                    <a16:rowId xmlns:a16="http://schemas.microsoft.com/office/drawing/2014/main" val="2483412231"/>
                  </a:ext>
                </a:extLst>
              </a:tr>
              <a:tr h="414057">
                <a:tc>
                  <a:txBody>
                    <a:bodyPr/>
                    <a:lstStyle/>
                    <a:p>
                      <a:pPr>
                        <a:buNone/>
                      </a:pPr>
                      <a:r>
                        <a:rPr lang="en-US" sz="1600" b="1">
                          <a:solidFill>
                            <a:schemeClr val="tx1"/>
                          </a:solidFill>
                        </a:rPr>
                        <a:t>PLR</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Percentage of packets lost.</a:t>
                      </a:r>
                    </a:p>
                  </a:txBody>
                  <a:tcPr marL="82101" marR="82101" marT="41050" marB="41050" anchor="ctr">
                    <a:lnL>
                      <a:noFill/>
                    </a:lnL>
                    <a:lnR>
                      <a:noFill/>
                    </a:lnR>
                    <a:lnT>
                      <a:noFill/>
                    </a:lnT>
                    <a:lnB>
                      <a:noFill/>
                    </a:lnB>
                    <a:noFill/>
                  </a:tcPr>
                </a:tc>
                <a:extLst>
                  <a:ext uri="{0D108BD9-81ED-4DB2-BD59-A6C34878D82A}">
                    <a16:rowId xmlns:a16="http://schemas.microsoft.com/office/drawing/2014/main" val="341706401"/>
                  </a:ext>
                </a:extLst>
              </a:tr>
              <a:tr h="478758">
                <a:tc>
                  <a:txBody>
                    <a:bodyPr/>
                    <a:lstStyle/>
                    <a:p>
                      <a:pPr>
                        <a:buNone/>
                      </a:pPr>
                      <a:r>
                        <a:rPr lang="en-US" sz="1600" b="1">
                          <a:solidFill>
                            <a:schemeClr val="tx1"/>
                          </a:solidFill>
                        </a:rPr>
                        <a:t>Throughput</a:t>
                      </a:r>
                      <a:endParaRPr lang="en-US" sz="1600">
                        <a:solidFill>
                          <a:schemeClr val="tx1"/>
                        </a:solidFill>
                      </a:endParaRPr>
                    </a:p>
                  </a:txBody>
                  <a:tcPr marL="82101" marR="82101" marT="41050" marB="41050" anchor="ctr">
                    <a:lnL>
                      <a:noFill/>
                    </a:lnL>
                    <a:lnR>
                      <a:noFill/>
                    </a:lnR>
                    <a:lnT>
                      <a:noFill/>
                    </a:lnT>
                    <a:lnB>
                      <a:noFill/>
                    </a:lnB>
                    <a:noFill/>
                  </a:tcPr>
                </a:tc>
                <a:tc>
                  <a:txBody>
                    <a:bodyPr/>
                    <a:lstStyle/>
                    <a:p>
                      <a:pPr>
                        <a:buNone/>
                      </a:pPr>
                      <a:r>
                        <a:rPr lang="en-US" sz="1600">
                          <a:solidFill>
                            <a:srgbClr val="AAC3E8"/>
                          </a:solidFill>
                        </a:rPr>
                        <a:t>Data successfully transferred per second.</a:t>
                      </a:r>
                    </a:p>
                  </a:txBody>
                  <a:tcPr marL="82101" marR="82101" marT="41050" marB="41050" anchor="ctr">
                    <a:lnL>
                      <a:noFill/>
                    </a:lnL>
                    <a:lnR>
                      <a:noFill/>
                    </a:lnR>
                    <a:lnT>
                      <a:noFill/>
                    </a:lnT>
                    <a:lnB>
                      <a:noFill/>
                    </a:lnB>
                    <a:noFill/>
                  </a:tcPr>
                </a:tc>
                <a:extLst>
                  <a:ext uri="{0D108BD9-81ED-4DB2-BD59-A6C34878D82A}">
                    <a16:rowId xmlns:a16="http://schemas.microsoft.com/office/drawing/2014/main" val="4267706757"/>
                  </a:ext>
                </a:extLst>
              </a:tr>
            </a:tbl>
          </a:graphicData>
        </a:graphic>
      </p:graphicFrame>
    </p:spTree>
    <p:extLst>
      <p:ext uri="{BB962C8B-B14F-4D97-AF65-F5344CB8AC3E}">
        <p14:creationId xmlns:p14="http://schemas.microsoft.com/office/powerpoint/2010/main" val="1941619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840186" y="607121"/>
            <a:ext cx="10511627" cy="1012785"/>
          </a:xfrm>
        </p:spPr>
        <p:txBody>
          <a:bodyPr/>
          <a:lstStyle/>
          <a:p>
            <a:r>
              <a:rPr lang="en-US"/>
              <a:t>Single node with our encryption</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a:p>
        </p:txBody>
      </p:sp>
      <p:graphicFrame>
        <p:nvGraphicFramePr>
          <p:cNvPr id="7" name="Table 6">
            <a:extLst>
              <a:ext uri="{FF2B5EF4-FFF2-40B4-BE49-F238E27FC236}">
                <a16:creationId xmlns:a16="http://schemas.microsoft.com/office/drawing/2014/main" id="{B2C6E918-8E1A-1FAD-3F1E-F2EC5E19DDA1}"/>
              </a:ext>
            </a:extLst>
          </p:cNvPr>
          <p:cNvGraphicFramePr>
            <a:graphicFrameLocks noGrp="1"/>
          </p:cNvGraphicFramePr>
          <p:nvPr>
            <p:extLst>
              <p:ext uri="{D42A27DB-BD31-4B8C-83A1-F6EECF244321}">
                <p14:modId xmlns:p14="http://schemas.microsoft.com/office/powerpoint/2010/main" val="197828981"/>
              </p:ext>
            </p:extLst>
          </p:nvPr>
        </p:nvGraphicFramePr>
        <p:xfrm>
          <a:off x="2138857" y="2256816"/>
          <a:ext cx="8062711" cy="3582067"/>
        </p:xfrm>
        <a:graphic>
          <a:graphicData uri="http://schemas.openxmlformats.org/drawingml/2006/table">
            <a:tbl>
              <a:tblPr/>
              <a:tblGrid>
                <a:gridCol w="1369479">
                  <a:extLst>
                    <a:ext uri="{9D8B030D-6E8A-4147-A177-3AD203B41FA5}">
                      <a16:colId xmlns:a16="http://schemas.microsoft.com/office/drawing/2014/main" val="2945611605"/>
                    </a:ext>
                  </a:extLst>
                </a:gridCol>
                <a:gridCol w="956176">
                  <a:extLst>
                    <a:ext uri="{9D8B030D-6E8A-4147-A177-3AD203B41FA5}">
                      <a16:colId xmlns:a16="http://schemas.microsoft.com/office/drawing/2014/main" val="196965153"/>
                    </a:ext>
                  </a:extLst>
                </a:gridCol>
                <a:gridCol w="956176">
                  <a:extLst>
                    <a:ext uri="{9D8B030D-6E8A-4147-A177-3AD203B41FA5}">
                      <a16:colId xmlns:a16="http://schemas.microsoft.com/office/drawing/2014/main" val="2179997075"/>
                    </a:ext>
                  </a:extLst>
                </a:gridCol>
                <a:gridCol w="956176">
                  <a:extLst>
                    <a:ext uri="{9D8B030D-6E8A-4147-A177-3AD203B41FA5}">
                      <a16:colId xmlns:a16="http://schemas.microsoft.com/office/drawing/2014/main" val="3975682038"/>
                    </a:ext>
                  </a:extLst>
                </a:gridCol>
                <a:gridCol w="956176">
                  <a:extLst>
                    <a:ext uri="{9D8B030D-6E8A-4147-A177-3AD203B41FA5}">
                      <a16:colId xmlns:a16="http://schemas.microsoft.com/office/drawing/2014/main" val="1907305229"/>
                    </a:ext>
                  </a:extLst>
                </a:gridCol>
                <a:gridCol w="956176">
                  <a:extLst>
                    <a:ext uri="{9D8B030D-6E8A-4147-A177-3AD203B41FA5}">
                      <a16:colId xmlns:a16="http://schemas.microsoft.com/office/drawing/2014/main" val="1233939654"/>
                    </a:ext>
                  </a:extLst>
                </a:gridCol>
                <a:gridCol w="956176">
                  <a:extLst>
                    <a:ext uri="{9D8B030D-6E8A-4147-A177-3AD203B41FA5}">
                      <a16:colId xmlns:a16="http://schemas.microsoft.com/office/drawing/2014/main" val="3700446887"/>
                    </a:ext>
                  </a:extLst>
                </a:gridCol>
                <a:gridCol w="956176">
                  <a:extLst>
                    <a:ext uri="{9D8B030D-6E8A-4147-A177-3AD203B41FA5}">
                      <a16:colId xmlns:a16="http://schemas.microsoft.com/office/drawing/2014/main" val="884132816"/>
                    </a:ext>
                  </a:extLst>
                </a:gridCol>
              </a:tblGrid>
              <a:tr h="328256">
                <a:tc>
                  <a:txBody>
                    <a:bodyPr/>
                    <a:lstStyle/>
                    <a:p>
                      <a:pPr>
                        <a:buNone/>
                      </a:pPr>
                      <a:r>
                        <a:rPr lang="en-US" sz="1100"/>
                        <a:t>Attack</a:t>
                      </a:r>
                    </a:p>
                  </a:txBody>
                  <a:tcPr marL="58018" marR="58018" marT="29009" marB="29009" anchor="ctr">
                    <a:lnL>
                      <a:noFill/>
                    </a:lnL>
                    <a:lnR>
                      <a:noFill/>
                    </a:lnR>
                    <a:lnT>
                      <a:noFill/>
                    </a:lnT>
                    <a:lnB>
                      <a:noFill/>
                    </a:lnB>
                    <a:noFill/>
                  </a:tcPr>
                </a:tc>
                <a:tc>
                  <a:txBody>
                    <a:bodyPr/>
                    <a:lstStyle/>
                    <a:p>
                      <a:pPr>
                        <a:buNone/>
                      </a:pPr>
                      <a:r>
                        <a:rPr lang="en-US" sz="1100"/>
                        <a:t>ASR</a:t>
                      </a:r>
                    </a:p>
                  </a:txBody>
                  <a:tcPr marL="58018" marR="58018" marT="29009" marB="29009" anchor="ctr">
                    <a:lnL>
                      <a:noFill/>
                    </a:lnL>
                    <a:lnR>
                      <a:noFill/>
                    </a:lnR>
                    <a:lnT>
                      <a:noFill/>
                    </a:lnT>
                    <a:lnB>
                      <a:noFill/>
                    </a:lnB>
                    <a:noFill/>
                  </a:tcPr>
                </a:tc>
                <a:tc>
                  <a:txBody>
                    <a:bodyPr/>
                    <a:lstStyle/>
                    <a:p>
                      <a:pPr>
                        <a:buNone/>
                      </a:pPr>
                      <a:r>
                        <a:rPr lang="en-US" sz="1100"/>
                        <a:t>ADR</a:t>
                      </a:r>
                    </a:p>
                  </a:txBody>
                  <a:tcPr marL="58018" marR="58018" marT="29009" marB="29009" anchor="ctr">
                    <a:lnL>
                      <a:noFill/>
                    </a:lnL>
                    <a:lnR>
                      <a:noFill/>
                    </a:lnR>
                    <a:lnT>
                      <a:noFill/>
                    </a:lnT>
                    <a:lnB>
                      <a:noFill/>
                    </a:lnB>
                    <a:noFill/>
                  </a:tcPr>
                </a:tc>
                <a:tc>
                  <a:txBody>
                    <a:bodyPr/>
                    <a:lstStyle/>
                    <a:p>
                      <a:pPr>
                        <a:buNone/>
                      </a:pPr>
                      <a:r>
                        <a:rPr lang="en-US" sz="1100"/>
                        <a:t>FPR</a:t>
                      </a:r>
                    </a:p>
                  </a:txBody>
                  <a:tcPr marL="58018" marR="58018" marT="29009" marB="29009" anchor="ctr">
                    <a:lnL>
                      <a:noFill/>
                    </a:lnL>
                    <a:lnR>
                      <a:noFill/>
                    </a:lnR>
                    <a:lnT>
                      <a:noFill/>
                    </a:lnT>
                    <a:lnB>
                      <a:noFill/>
                    </a:lnB>
                    <a:noFill/>
                  </a:tcPr>
                </a:tc>
                <a:tc>
                  <a:txBody>
                    <a:bodyPr/>
                    <a:lstStyle/>
                    <a:p>
                      <a:pPr>
                        <a:buNone/>
                      </a:pPr>
                      <a:r>
                        <a:rPr lang="en-US" sz="1100"/>
                        <a:t>FNR</a:t>
                      </a:r>
                    </a:p>
                  </a:txBody>
                  <a:tcPr marL="58018" marR="58018" marT="29009" marB="29009" anchor="ctr">
                    <a:lnL>
                      <a:noFill/>
                    </a:lnL>
                    <a:lnR>
                      <a:noFill/>
                    </a:lnR>
                    <a:lnT>
                      <a:noFill/>
                    </a:lnT>
                    <a:lnB>
                      <a:noFill/>
                    </a:lnB>
                    <a:noFill/>
                  </a:tcPr>
                </a:tc>
                <a:tc>
                  <a:txBody>
                    <a:bodyPr/>
                    <a:lstStyle/>
                    <a:p>
                      <a:pPr>
                        <a:buNone/>
                      </a:pPr>
                      <a:r>
                        <a:rPr lang="en-US" sz="1100"/>
                        <a:t>PDR</a:t>
                      </a:r>
                    </a:p>
                  </a:txBody>
                  <a:tcPr marL="58018" marR="58018" marT="29009" marB="29009" anchor="ctr">
                    <a:lnL>
                      <a:noFill/>
                    </a:lnL>
                    <a:lnR>
                      <a:noFill/>
                    </a:lnR>
                    <a:lnT>
                      <a:noFill/>
                    </a:lnT>
                    <a:lnB>
                      <a:noFill/>
                    </a:lnB>
                    <a:noFill/>
                  </a:tcPr>
                </a:tc>
                <a:tc>
                  <a:txBody>
                    <a:bodyPr/>
                    <a:lstStyle/>
                    <a:p>
                      <a:pPr>
                        <a:buNone/>
                      </a:pPr>
                      <a:r>
                        <a:rPr lang="en-US" sz="1100"/>
                        <a:t>PLR</a:t>
                      </a:r>
                    </a:p>
                  </a:txBody>
                  <a:tcPr marL="58018" marR="58018" marT="29009" marB="29009" anchor="ctr">
                    <a:lnL>
                      <a:noFill/>
                    </a:lnL>
                    <a:lnR>
                      <a:noFill/>
                    </a:lnR>
                    <a:lnT>
                      <a:noFill/>
                    </a:lnT>
                    <a:lnB>
                      <a:noFill/>
                    </a:lnB>
                    <a:noFill/>
                  </a:tcPr>
                </a:tc>
                <a:tc>
                  <a:txBody>
                    <a:bodyPr/>
                    <a:lstStyle/>
                    <a:p>
                      <a:pPr>
                        <a:buNone/>
                      </a:pPr>
                      <a:r>
                        <a:rPr lang="en-US" sz="1100"/>
                        <a:t>Throughput/s</a:t>
                      </a:r>
                    </a:p>
                  </a:txBody>
                  <a:tcPr marL="58018" marR="58018" marT="29009" marB="29009" anchor="ctr">
                    <a:lnL>
                      <a:noFill/>
                    </a:lnL>
                    <a:lnR>
                      <a:noFill/>
                    </a:lnR>
                    <a:lnT>
                      <a:noFill/>
                    </a:lnT>
                    <a:lnB>
                      <a:noFill/>
                    </a:lnB>
                    <a:noFill/>
                  </a:tcPr>
                </a:tc>
                <a:extLst>
                  <a:ext uri="{0D108BD9-81ED-4DB2-BD59-A6C34878D82A}">
                    <a16:rowId xmlns:a16="http://schemas.microsoft.com/office/drawing/2014/main" val="3001608421"/>
                  </a:ext>
                </a:extLst>
              </a:tr>
              <a:tr h="468936">
                <a:tc>
                  <a:txBody>
                    <a:bodyPr/>
                    <a:lstStyle/>
                    <a:p>
                      <a:pPr>
                        <a:buNone/>
                      </a:pPr>
                      <a:r>
                        <a:rPr lang="en-US" sz="1100"/>
                        <a:t>MITM (tamper ciphertext)</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20,500</a:t>
                      </a:r>
                    </a:p>
                  </a:txBody>
                  <a:tcPr marL="58018" marR="58018" marT="29009" marB="29009" anchor="ctr">
                    <a:lnL>
                      <a:noFill/>
                    </a:lnL>
                    <a:lnR>
                      <a:noFill/>
                    </a:lnR>
                    <a:lnT>
                      <a:noFill/>
                    </a:lnT>
                    <a:lnB>
                      <a:noFill/>
                    </a:lnB>
                    <a:noFill/>
                  </a:tcPr>
                </a:tc>
                <a:extLst>
                  <a:ext uri="{0D108BD9-81ED-4DB2-BD59-A6C34878D82A}">
                    <a16:rowId xmlns:a16="http://schemas.microsoft.com/office/drawing/2014/main" val="3976915990"/>
                  </a:ext>
                </a:extLst>
              </a:tr>
              <a:tr h="328256">
                <a:tc>
                  <a:txBody>
                    <a:bodyPr/>
                    <a:lstStyle/>
                    <a:p>
                      <a:pPr>
                        <a:buNone/>
                      </a:pPr>
                      <a:r>
                        <a:rPr lang="en-US" sz="1100"/>
                        <a:t>Replay attack</a:t>
                      </a:r>
                    </a:p>
                  </a:txBody>
                  <a:tcPr marL="58018" marR="58018" marT="29009" marB="29009" anchor="ctr">
                    <a:lnL>
                      <a:noFill/>
                    </a:lnL>
                    <a:lnR>
                      <a:noFill/>
                    </a:lnR>
                    <a:lnT>
                      <a:noFill/>
                    </a:lnT>
                    <a:lnB>
                      <a:noFill/>
                    </a:lnB>
                    <a:noFill/>
                  </a:tcPr>
                </a:tc>
                <a:tc>
                  <a:txBody>
                    <a:bodyPr/>
                    <a:lstStyle/>
                    <a:p>
                      <a:pPr>
                        <a:buNone/>
                      </a:pPr>
                      <a:r>
                        <a:rPr lang="en-US" sz="1100"/>
                        <a:t>1.0%</a:t>
                      </a:r>
                    </a:p>
                  </a:txBody>
                  <a:tcPr marL="58018" marR="58018" marT="29009" marB="29009" anchor="ctr">
                    <a:lnL>
                      <a:noFill/>
                    </a:lnL>
                    <a:lnR>
                      <a:noFill/>
                    </a:lnR>
                    <a:lnT>
                      <a:noFill/>
                    </a:lnT>
                    <a:lnB>
                      <a:noFill/>
                    </a:lnB>
                    <a:noFill/>
                  </a:tcPr>
                </a:tc>
                <a:tc>
                  <a:txBody>
                    <a:bodyPr/>
                    <a:lstStyle/>
                    <a:p>
                      <a:pPr>
                        <a:buNone/>
                      </a:pPr>
                      <a:r>
                        <a:rPr lang="en-US" sz="1100"/>
                        <a:t>99.0%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1.0%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53,400</a:t>
                      </a:r>
                    </a:p>
                  </a:txBody>
                  <a:tcPr marL="58018" marR="58018" marT="29009" marB="29009" anchor="ctr">
                    <a:lnL>
                      <a:noFill/>
                    </a:lnL>
                    <a:lnR>
                      <a:noFill/>
                    </a:lnR>
                    <a:lnT>
                      <a:noFill/>
                    </a:lnT>
                    <a:lnB>
                      <a:noFill/>
                    </a:lnB>
                    <a:noFill/>
                  </a:tcPr>
                </a:tc>
                <a:extLst>
                  <a:ext uri="{0D108BD9-81ED-4DB2-BD59-A6C34878D82A}">
                    <a16:rowId xmlns:a16="http://schemas.microsoft.com/office/drawing/2014/main" val="4176336040"/>
                  </a:ext>
                </a:extLst>
              </a:tr>
              <a:tr h="328256">
                <a:tc>
                  <a:txBody>
                    <a:bodyPr/>
                    <a:lstStyle/>
                    <a:p>
                      <a:pPr>
                        <a:buNone/>
                      </a:pPr>
                      <a:r>
                        <a:rPr lang="en-US" sz="1100"/>
                        <a:t>Eavesdropping</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55,900</a:t>
                      </a:r>
                    </a:p>
                  </a:txBody>
                  <a:tcPr marL="58018" marR="58018" marT="29009" marB="29009" anchor="ctr">
                    <a:lnL>
                      <a:noFill/>
                    </a:lnL>
                    <a:lnR>
                      <a:noFill/>
                    </a:lnR>
                    <a:lnT>
                      <a:noFill/>
                    </a:lnT>
                    <a:lnB>
                      <a:noFill/>
                    </a:lnB>
                    <a:noFill/>
                  </a:tcPr>
                </a:tc>
                <a:extLst>
                  <a:ext uri="{0D108BD9-81ED-4DB2-BD59-A6C34878D82A}">
                    <a16:rowId xmlns:a16="http://schemas.microsoft.com/office/drawing/2014/main" val="43596088"/>
                  </a:ext>
                </a:extLst>
              </a:tr>
              <a:tr h="328256">
                <a:tc>
                  <a:txBody>
                    <a:bodyPr/>
                    <a:lstStyle/>
                    <a:p>
                      <a:pPr>
                        <a:buNone/>
                      </a:pPr>
                      <a:r>
                        <a:rPr lang="en-US" sz="1100"/>
                        <a:t>GPS spoofing</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55,700</a:t>
                      </a:r>
                    </a:p>
                  </a:txBody>
                  <a:tcPr marL="58018" marR="58018" marT="29009" marB="29009" anchor="ctr">
                    <a:lnL>
                      <a:noFill/>
                    </a:lnL>
                    <a:lnR>
                      <a:noFill/>
                    </a:lnR>
                    <a:lnT>
                      <a:noFill/>
                    </a:lnT>
                    <a:lnB>
                      <a:noFill/>
                    </a:lnB>
                    <a:noFill/>
                  </a:tcPr>
                </a:tc>
                <a:extLst>
                  <a:ext uri="{0D108BD9-81ED-4DB2-BD59-A6C34878D82A}">
                    <a16:rowId xmlns:a16="http://schemas.microsoft.com/office/drawing/2014/main" val="1778828072"/>
                  </a:ext>
                </a:extLst>
              </a:tr>
              <a:tr h="328256">
                <a:tc>
                  <a:txBody>
                    <a:bodyPr/>
                    <a:lstStyle/>
                    <a:p>
                      <a:pPr>
                        <a:buNone/>
                      </a:pPr>
                      <a:r>
                        <a:rPr lang="en-US" sz="1100"/>
                        <a:t>RF jamming</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40.0%</a:t>
                      </a:r>
                    </a:p>
                  </a:txBody>
                  <a:tcPr marL="58018" marR="58018" marT="29009" marB="29009" anchor="ctr">
                    <a:lnL>
                      <a:noFill/>
                    </a:lnL>
                    <a:lnR>
                      <a:noFill/>
                    </a:lnR>
                    <a:lnT>
                      <a:noFill/>
                    </a:lnT>
                    <a:lnB>
                      <a:noFill/>
                    </a:lnB>
                    <a:noFill/>
                  </a:tcPr>
                </a:tc>
                <a:tc>
                  <a:txBody>
                    <a:bodyPr/>
                    <a:lstStyle/>
                    <a:p>
                      <a:pPr>
                        <a:buNone/>
                      </a:pPr>
                      <a:r>
                        <a:rPr lang="en-US" sz="1100"/>
                        <a:t>60.0%</a:t>
                      </a:r>
                    </a:p>
                  </a:txBody>
                  <a:tcPr marL="58018" marR="58018" marT="29009" marB="29009" anchor="ctr">
                    <a:lnL>
                      <a:noFill/>
                    </a:lnL>
                    <a:lnR>
                      <a:noFill/>
                    </a:lnR>
                    <a:lnT>
                      <a:noFill/>
                    </a:lnT>
                    <a:lnB>
                      <a:noFill/>
                    </a:lnB>
                    <a:noFill/>
                  </a:tcPr>
                </a:tc>
                <a:tc>
                  <a:txBody>
                    <a:bodyPr/>
                    <a:lstStyle/>
                    <a:p>
                      <a:pPr>
                        <a:buNone/>
                      </a:pPr>
                      <a:r>
                        <a:rPr lang="en-US" sz="1100"/>
                        <a:t>41,700</a:t>
                      </a:r>
                    </a:p>
                  </a:txBody>
                  <a:tcPr marL="58018" marR="58018" marT="29009" marB="29009" anchor="ctr">
                    <a:lnL>
                      <a:noFill/>
                    </a:lnL>
                    <a:lnR>
                      <a:noFill/>
                    </a:lnR>
                    <a:lnT>
                      <a:noFill/>
                    </a:lnT>
                    <a:lnB>
                      <a:noFill/>
                    </a:lnB>
                    <a:noFill/>
                  </a:tcPr>
                </a:tc>
                <a:extLst>
                  <a:ext uri="{0D108BD9-81ED-4DB2-BD59-A6C34878D82A}">
                    <a16:rowId xmlns:a16="http://schemas.microsoft.com/office/drawing/2014/main" val="3941642365"/>
                  </a:ext>
                </a:extLst>
              </a:tr>
              <a:tr h="468936">
                <a:tc>
                  <a:txBody>
                    <a:bodyPr/>
                    <a:lstStyle/>
                    <a:p>
                      <a:pPr>
                        <a:buNone/>
                      </a:pPr>
                      <a:r>
                        <a:rPr lang="en-US" sz="1100"/>
                        <a:t>CLI / command injection</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69,000</a:t>
                      </a:r>
                    </a:p>
                  </a:txBody>
                  <a:tcPr marL="58018" marR="58018" marT="29009" marB="29009" anchor="ctr">
                    <a:lnL>
                      <a:noFill/>
                    </a:lnL>
                    <a:lnR>
                      <a:noFill/>
                    </a:lnR>
                    <a:lnT>
                      <a:noFill/>
                    </a:lnT>
                    <a:lnB>
                      <a:noFill/>
                    </a:lnB>
                    <a:noFill/>
                  </a:tcPr>
                </a:tc>
                <a:extLst>
                  <a:ext uri="{0D108BD9-81ED-4DB2-BD59-A6C34878D82A}">
                    <a16:rowId xmlns:a16="http://schemas.microsoft.com/office/drawing/2014/main" val="2355113696"/>
                  </a:ext>
                </a:extLst>
              </a:tr>
              <a:tr h="328256">
                <a:tc>
                  <a:txBody>
                    <a:bodyPr/>
                    <a:lstStyle/>
                    <a:p>
                      <a:pPr>
                        <a:buNone/>
                      </a:pPr>
                      <a:r>
                        <a:rPr lang="en-US" sz="1100"/>
                        <a:t>ARM token brute force</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67,400</a:t>
                      </a:r>
                    </a:p>
                  </a:txBody>
                  <a:tcPr marL="58018" marR="58018" marT="29009" marB="29009" anchor="ctr">
                    <a:lnL>
                      <a:noFill/>
                    </a:lnL>
                    <a:lnR>
                      <a:noFill/>
                    </a:lnR>
                    <a:lnT>
                      <a:noFill/>
                    </a:lnT>
                    <a:lnB>
                      <a:noFill/>
                    </a:lnB>
                    <a:noFill/>
                  </a:tcPr>
                </a:tc>
                <a:extLst>
                  <a:ext uri="{0D108BD9-81ED-4DB2-BD59-A6C34878D82A}">
                    <a16:rowId xmlns:a16="http://schemas.microsoft.com/office/drawing/2014/main" val="1909858097"/>
                  </a:ext>
                </a:extLst>
              </a:tr>
              <a:tr h="609617">
                <a:tc>
                  <a:txBody>
                    <a:bodyPr/>
                    <a:lstStyle/>
                    <a:p>
                      <a:pPr>
                        <a:buNone/>
                      </a:pPr>
                      <a:r>
                        <a:rPr lang="en-US" sz="1100"/>
                        <a:t>Endpoint compromise (key stolen)</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0.0%</a:t>
                      </a:r>
                    </a:p>
                  </a:txBody>
                  <a:tcPr marL="58018" marR="58018" marT="29009" marB="29009" anchor="ctr">
                    <a:lnL>
                      <a:noFill/>
                    </a:lnL>
                    <a:lnR>
                      <a:noFill/>
                    </a:lnR>
                    <a:lnT>
                      <a:noFill/>
                    </a:lnT>
                    <a:lnB>
                      <a:noFill/>
                    </a:lnB>
                    <a:noFill/>
                  </a:tcPr>
                </a:tc>
                <a:tc>
                  <a:txBody>
                    <a:bodyPr/>
                    <a:lstStyle/>
                    <a:p>
                      <a:pPr>
                        <a:buNone/>
                      </a:pPr>
                      <a:r>
                        <a:rPr lang="en-US" sz="1100"/>
                        <a:t>0.4%</a:t>
                      </a:r>
                    </a:p>
                  </a:txBody>
                  <a:tcPr marL="58018" marR="58018" marT="29009" marB="29009" anchor="ctr">
                    <a:lnL>
                      <a:noFill/>
                    </a:lnL>
                    <a:lnR>
                      <a:noFill/>
                    </a:lnR>
                    <a:lnT>
                      <a:noFill/>
                    </a:lnT>
                    <a:lnB>
                      <a:noFill/>
                    </a:lnB>
                    <a:noFill/>
                  </a:tcPr>
                </a:tc>
                <a:tc>
                  <a:txBody>
                    <a:bodyPr/>
                    <a:lstStyle/>
                    <a:p>
                      <a:pPr>
                        <a:buNone/>
                      </a:pPr>
                      <a:r>
                        <a:rPr lang="en-US" sz="1100"/>
                        <a:t>100.0%</a:t>
                      </a:r>
                    </a:p>
                  </a:txBody>
                  <a:tcPr marL="58018" marR="58018" marT="29009" marB="29009" anchor="ctr">
                    <a:lnL>
                      <a:noFill/>
                    </a:lnL>
                    <a:lnR>
                      <a:noFill/>
                    </a:lnR>
                    <a:lnT>
                      <a:noFill/>
                    </a:lnT>
                    <a:lnB>
                      <a:noFill/>
                    </a:lnB>
                    <a:noFill/>
                  </a:tcPr>
                </a:tc>
                <a:tc>
                  <a:txBody>
                    <a:bodyPr/>
                    <a:lstStyle/>
                    <a:p>
                      <a:pPr>
                        <a:buNone/>
                      </a:pPr>
                      <a:r>
                        <a:rPr lang="en-US" sz="1100"/>
                        <a:t>97.0%</a:t>
                      </a:r>
                    </a:p>
                  </a:txBody>
                  <a:tcPr marL="58018" marR="58018" marT="29009" marB="29009" anchor="ctr">
                    <a:lnL>
                      <a:noFill/>
                    </a:lnL>
                    <a:lnR>
                      <a:noFill/>
                    </a:lnR>
                    <a:lnT>
                      <a:noFill/>
                    </a:lnT>
                    <a:lnB>
                      <a:noFill/>
                    </a:lnB>
                    <a:noFill/>
                  </a:tcPr>
                </a:tc>
                <a:tc>
                  <a:txBody>
                    <a:bodyPr/>
                    <a:lstStyle/>
                    <a:p>
                      <a:pPr>
                        <a:buNone/>
                      </a:pPr>
                      <a:r>
                        <a:rPr lang="en-US" sz="1100"/>
                        <a:t>3.0%</a:t>
                      </a:r>
                    </a:p>
                  </a:txBody>
                  <a:tcPr marL="58018" marR="58018" marT="29009" marB="29009" anchor="ctr">
                    <a:lnL>
                      <a:noFill/>
                    </a:lnL>
                    <a:lnR>
                      <a:noFill/>
                    </a:lnR>
                    <a:lnT>
                      <a:noFill/>
                    </a:lnT>
                    <a:lnB>
                      <a:noFill/>
                    </a:lnB>
                    <a:noFill/>
                  </a:tcPr>
                </a:tc>
                <a:tc>
                  <a:txBody>
                    <a:bodyPr/>
                    <a:lstStyle/>
                    <a:p>
                      <a:pPr>
                        <a:buNone/>
                      </a:pPr>
                      <a:r>
                        <a:rPr lang="en-US" sz="1100"/>
                        <a:t>75,400</a:t>
                      </a:r>
                    </a:p>
                  </a:txBody>
                  <a:tcPr marL="58018" marR="58018" marT="29009" marB="29009" anchor="ctr">
                    <a:lnL>
                      <a:noFill/>
                    </a:lnL>
                    <a:lnR>
                      <a:noFill/>
                    </a:lnR>
                    <a:lnT>
                      <a:noFill/>
                    </a:lnT>
                    <a:lnB>
                      <a:noFill/>
                    </a:lnB>
                    <a:noFill/>
                  </a:tcPr>
                </a:tc>
                <a:extLst>
                  <a:ext uri="{0D108BD9-81ED-4DB2-BD59-A6C34878D82A}">
                    <a16:rowId xmlns:a16="http://schemas.microsoft.com/office/drawing/2014/main" val="2646780373"/>
                  </a:ext>
                </a:extLst>
              </a:tr>
            </a:tbl>
          </a:graphicData>
        </a:graphic>
      </p:graphicFrame>
    </p:spTree>
    <p:extLst>
      <p:ext uri="{BB962C8B-B14F-4D97-AF65-F5344CB8AC3E}">
        <p14:creationId xmlns:p14="http://schemas.microsoft.com/office/powerpoint/2010/main" val="168621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891701" y="469246"/>
            <a:ext cx="5749048" cy="918884"/>
          </a:xfrm>
        </p:spPr>
        <p:txBody>
          <a:bodyPr/>
          <a:lstStyle/>
          <a:p>
            <a:r>
              <a:rPr lang="en-US"/>
              <a:t>Swarm scenarios:</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14</a:t>
            </a:fld>
            <a:endParaRPr lang="en-US"/>
          </a:p>
        </p:txBody>
      </p:sp>
      <p:pic>
        <p:nvPicPr>
          <p:cNvPr id="9" name="Picture 8">
            <a:extLst>
              <a:ext uri="{FF2B5EF4-FFF2-40B4-BE49-F238E27FC236}">
                <a16:creationId xmlns:a16="http://schemas.microsoft.com/office/drawing/2014/main" id="{C826C2A6-6F1C-E833-3133-9C5D49D37F7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91701" y="1896894"/>
            <a:ext cx="6622914" cy="3725389"/>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1F18-125F-902C-B2A3-E49EEC53A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EB760-7BE4-C4E7-FA2B-CB54191BD971}"/>
              </a:ext>
            </a:extLst>
          </p:cNvPr>
          <p:cNvSpPr>
            <a:spLocks noGrp="1"/>
          </p:cNvSpPr>
          <p:nvPr>
            <p:ph type="title"/>
          </p:nvPr>
        </p:nvSpPr>
        <p:spPr>
          <a:xfrm>
            <a:off x="914399" y="422295"/>
            <a:ext cx="10511627" cy="1012785"/>
          </a:xfrm>
        </p:spPr>
        <p:txBody>
          <a:bodyPr/>
          <a:lstStyle/>
          <a:p>
            <a:r>
              <a:rPr lang="en-US"/>
              <a:t>4 node swarm</a:t>
            </a:r>
          </a:p>
        </p:txBody>
      </p:sp>
      <p:sp>
        <p:nvSpPr>
          <p:cNvPr id="3" name="Slide Number Placeholder 2">
            <a:extLst>
              <a:ext uri="{FF2B5EF4-FFF2-40B4-BE49-F238E27FC236}">
                <a16:creationId xmlns:a16="http://schemas.microsoft.com/office/drawing/2014/main" id="{E232950F-71F7-331B-4CD8-D109D4ADB67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15</a:t>
            </a:fld>
            <a:endParaRPr lang="en-US"/>
          </a:p>
        </p:txBody>
      </p:sp>
      <p:graphicFrame>
        <p:nvGraphicFramePr>
          <p:cNvPr id="4" name="Table 3">
            <a:extLst>
              <a:ext uri="{FF2B5EF4-FFF2-40B4-BE49-F238E27FC236}">
                <a16:creationId xmlns:a16="http://schemas.microsoft.com/office/drawing/2014/main" id="{B7F07D43-5E7E-F1FF-6072-685376AD4F96}"/>
              </a:ext>
            </a:extLst>
          </p:cNvPr>
          <p:cNvGraphicFramePr>
            <a:graphicFrameLocks noGrp="1"/>
          </p:cNvGraphicFramePr>
          <p:nvPr>
            <p:extLst>
              <p:ext uri="{D42A27DB-BD31-4B8C-83A1-F6EECF244321}">
                <p14:modId xmlns:p14="http://schemas.microsoft.com/office/powerpoint/2010/main" val="3866093228"/>
              </p:ext>
            </p:extLst>
          </p:nvPr>
        </p:nvGraphicFramePr>
        <p:xfrm>
          <a:off x="2084596" y="2130358"/>
          <a:ext cx="8421276" cy="3561608"/>
        </p:xfrm>
        <a:graphic>
          <a:graphicData uri="http://schemas.openxmlformats.org/drawingml/2006/table">
            <a:tbl>
              <a:tblPr/>
              <a:tblGrid>
                <a:gridCol w="1487876">
                  <a:extLst>
                    <a:ext uri="{9D8B030D-6E8A-4147-A177-3AD203B41FA5}">
                      <a16:colId xmlns:a16="http://schemas.microsoft.com/office/drawing/2014/main" val="1571028949"/>
                    </a:ext>
                  </a:extLst>
                </a:gridCol>
                <a:gridCol w="954765">
                  <a:extLst>
                    <a:ext uri="{9D8B030D-6E8A-4147-A177-3AD203B41FA5}">
                      <a16:colId xmlns:a16="http://schemas.microsoft.com/office/drawing/2014/main" val="1557987365"/>
                    </a:ext>
                  </a:extLst>
                </a:gridCol>
                <a:gridCol w="954765">
                  <a:extLst>
                    <a:ext uri="{9D8B030D-6E8A-4147-A177-3AD203B41FA5}">
                      <a16:colId xmlns:a16="http://schemas.microsoft.com/office/drawing/2014/main" val="3009014200"/>
                    </a:ext>
                  </a:extLst>
                </a:gridCol>
                <a:gridCol w="954765">
                  <a:extLst>
                    <a:ext uri="{9D8B030D-6E8A-4147-A177-3AD203B41FA5}">
                      <a16:colId xmlns:a16="http://schemas.microsoft.com/office/drawing/2014/main" val="2314247307"/>
                    </a:ext>
                  </a:extLst>
                </a:gridCol>
                <a:gridCol w="954765">
                  <a:extLst>
                    <a:ext uri="{9D8B030D-6E8A-4147-A177-3AD203B41FA5}">
                      <a16:colId xmlns:a16="http://schemas.microsoft.com/office/drawing/2014/main" val="1874187248"/>
                    </a:ext>
                  </a:extLst>
                </a:gridCol>
                <a:gridCol w="954765">
                  <a:extLst>
                    <a:ext uri="{9D8B030D-6E8A-4147-A177-3AD203B41FA5}">
                      <a16:colId xmlns:a16="http://schemas.microsoft.com/office/drawing/2014/main" val="3265720823"/>
                    </a:ext>
                  </a:extLst>
                </a:gridCol>
                <a:gridCol w="954765">
                  <a:extLst>
                    <a:ext uri="{9D8B030D-6E8A-4147-A177-3AD203B41FA5}">
                      <a16:colId xmlns:a16="http://schemas.microsoft.com/office/drawing/2014/main" val="3505985473"/>
                    </a:ext>
                  </a:extLst>
                </a:gridCol>
                <a:gridCol w="1204810">
                  <a:extLst>
                    <a:ext uri="{9D8B030D-6E8A-4147-A177-3AD203B41FA5}">
                      <a16:colId xmlns:a16="http://schemas.microsoft.com/office/drawing/2014/main" val="1583285721"/>
                    </a:ext>
                  </a:extLst>
                </a:gridCol>
              </a:tblGrid>
              <a:tr h="429477">
                <a:tc>
                  <a:txBody>
                    <a:bodyPr/>
                    <a:lstStyle/>
                    <a:p>
                      <a:pPr>
                        <a:buNone/>
                      </a:pPr>
                      <a:r>
                        <a:rPr lang="en-US" sz="1400"/>
                        <a:t>Attack</a:t>
                      </a:r>
                    </a:p>
                  </a:txBody>
                  <a:tcPr marL="72522" marR="72522" marT="36261" marB="36261" anchor="ctr">
                    <a:lnL>
                      <a:noFill/>
                    </a:lnL>
                    <a:lnR>
                      <a:noFill/>
                    </a:lnR>
                    <a:lnT>
                      <a:noFill/>
                    </a:lnT>
                    <a:lnB>
                      <a:noFill/>
                    </a:lnB>
                    <a:noFill/>
                  </a:tcPr>
                </a:tc>
                <a:tc>
                  <a:txBody>
                    <a:bodyPr/>
                    <a:lstStyle/>
                    <a:p>
                      <a:pPr>
                        <a:buNone/>
                      </a:pPr>
                      <a:r>
                        <a:rPr lang="en-US" sz="1400"/>
                        <a:t>ASR</a:t>
                      </a:r>
                    </a:p>
                  </a:txBody>
                  <a:tcPr marL="72522" marR="72522" marT="36261" marB="36261" anchor="ctr">
                    <a:lnL>
                      <a:noFill/>
                    </a:lnL>
                    <a:lnR>
                      <a:noFill/>
                    </a:lnR>
                    <a:lnT>
                      <a:noFill/>
                    </a:lnT>
                    <a:lnB>
                      <a:noFill/>
                    </a:lnB>
                    <a:noFill/>
                  </a:tcPr>
                </a:tc>
                <a:tc>
                  <a:txBody>
                    <a:bodyPr/>
                    <a:lstStyle/>
                    <a:p>
                      <a:pPr>
                        <a:buNone/>
                      </a:pPr>
                      <a:r>
                        <a:rPr lang="en-US" sz="1400"/>
                        <a:t>ADR</a:t>
                      </a:r>
                    </a:p>
                  </a:txBody>
                  <a:tcPr marL="72522" marR="72522" marT="36261" marB="36261" anchor="ctr">
                    <a:lnL>
                      <a:noFill/>
                    </a:lnL>
                    <a:lnR>
                      <a:noFill/>
                    </a:lnR>
                    <a:lnT>
                      <a:noFill/>
                    </a:lnT>
                    <a:lnB>
                      <a:noFill/>
                    </a:lnB>
                    <a:noFill/>
                  </a:tcPr>
                </a:tc>
                <a:tc>
                  <a:txBody>
                    <a:bodyPr/>
                    <a:lstStyle/>
                    <a:p>
                      <a:pPr>
                        <a:buNone/>
                      </a:pPr>
                      <a:r>
                        <a:rPr lang="en-US" sz="1400"/>
                        <a:t>FPR</a:t>
                      </a:r>
                    </a:p>
                  </a:txBody>
                  <a:tcPr marL="72522" marR="72522" marT="36261" marB="36261" anchor="ctr">
                    <a:lnL>
                      <a:noFill/>
                    </a:lnL>
                    <a:lnR>
                      <a:noFill/>
                    </a:lnR>
                    <a:lnT>
                      <a:noFill/>
                    </a:lnT>
                    <a:lnB>
                      <a:noFill/>
                    </a:lnB>
                    <a:noFill/>
                  </a:tcPr>
                </a:tc>
                <a:tc>
                  <a:txBody>
                    <a:bodyPr/>
                    <a:lstStyle/>
                    <a:p>
                      <a:pPr>
                        <a:buNone/>
                      </a:pPr>
                      <a:r>
                        <a:rPr lang="en-US" sz="1400"/>
                        <a:t>FNR</a:t>
                      </a:r>
                    </a:p>
                  </a:txBody>
                  <a:tcPr marL="72522" marR="72522" marT="36261" marB="36261" anchor="ctr">
                    <a:lnL>
                      <a:noFill/>
                    </a:lnL>
                    <a:lnR>
                      <a:noFill/>
                    </a:lnR>
                    <a:lnT>
                      <a:noFill/>
                    </a:lnT>
                    <a:lnB>
                      <a:noFill/>
                    </a:lnB>
                    <a:noFill/>
                  </a:tcPr>
                </a:tc>
                <a:tc>
                  <a:txBody>
                    <a:bodyPr/>
                    <a:lstStyle/>
                    <a:p>
                      <a:pPr>
                        <a:buNone/>
                      </a:pPr>
                      <a:r>
                        <a:rPr lang="en-US" sz="1400"/>
                        <a:t>PDR</a:t>
                      </a:r>
                    </a:p>
                  </a:txBody>
                  <a:tcPr marL="72522" marR="72522" marT="36261" marB="36261" anchor="ctr">
                    <a:lnL>
                      <a:noFill/>
                    </a:lnL>
                    <a:lnR>
                      <a:noFill/>
                    </a:lnR>
                    <a:lnT>
                      <a:noFill/>
                    </a:lnT>
                    <a:lnB>
                      <a:noFill/>
                    </a:lnB>
                    <a:noFill/>
                  </a:tcPr>
                </a:tc>
                <a:tc>
                  <a:txBody>
                    <a:bodyPr/>
                    <a:lstStyle/>
                    <a:p>
                      <a:pPr>
                        <a:buNone/>
                      </a:pPr>
                      <a:r>
                        <a:rPr lang="en-US" sz="1400"/>
                        <a:t>PLR</a:t>
                      </a:r>
                    </a:p>
                  </a:txBody>
                  <a:tcPr marL="72522" marR="72522" marT="36261" marB="36261" anchor="ctr">
                    <a:lnL>
                      <a:noFill/>
                    </a:lnL>
                    <a:lnR>
                      <a:noFill/>
                    </a:lnR>
                    <a:lnT>
                      <a:noFill/>
                    </a:lnT>
                    <a:lnB>
                      <a:noFill/>
                    </a:lnB>
                    <a:noFill/>
                  </a:tcPr>
                </a:tc>
                <a:tc>
                  <a:txBody>
                    <a:bodyPr/>
                    <a:lstStyle/>
                    <a:p>
                      <a:pPr>
                        <a:buNone/>
                      </a:pPr>
                      <a:r>
                        <a:rPr lang="en-US" sz="1400"/>
                        <a:t>Throughput/s</a:t>
                      </a:r>
                    </a:p>
                  </a:txBody>
                  <a:tcPr marL="72522" marR="72522" marT="36261" marB="36261" anchor="ctr">
                    <a:lnL>
                      <a:noFill/>
                    </a:lnL>
                    <a:lnR>
                      <a:noFill/>
                    </a:lnR>
                    <a:lnT>
                      <a:noFill/>
                    </a:lnT>
                    <a:lnB>
                      <a:noFill/>
                    </a:lnB>
                    <a:noFill/>
                  </a:tcPr>
                </a:tc>
                <a:extLst>
                  <a:ext uri="{0D108BD9-81ED-4DB2-BD59-A6C34878D82A}">
                    <a16:rowId xmlns:a16="http://schemas.microsoft.com/office/drawing/2014/main" val="1626226789"/>
                  </a:ext>
                </a:extLst>
              </a:tr>
              <a:tr h="245932">
                <a:tc>
                  <a:txBody>
                    <a:bodyPr/>
                    <a:lstStyle/>
                    <a:p>
                      <a:pPr>
                        <a:buNone/>
                      </a:pPr>
                      <a:r>
                        <a:rPr lang="en-US" sz="1400"/>
                        <a:t>MITM</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26,000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405654469"/>
                  </a:ext>
                </a:extLst>
              </a:tr>
              <a:tr h="245932">
                <a:tc>
                  <a:txBody>
                    <a:bodyPr/>
                    <a:lstStyle/>
                    <a:p>
                      <a:pPr>
                        <a:buNone/>
                      </a:pPr>
                      <a:r>
                        <a:rPr lang="en-US" sz="1400"/>
                        <a:t>Replay</a:t>
                      </a:r>
                    </a:p>
                  </a:txBody>
                  <a:tcPr marL="72522" marR="72522" marT="36261" marB="36261" anchor="ctr">
                    <a:lnL>
                      <a:noFill/>
                    </a:lnL>
                    <a:lnR>
                      <a:noFill/>
                    </a:lnR>
                    <a:lnT>
                      <a:noFill/>
                    </a:lnT>
                    <a:lnB>
                      <a:noFill/>
                    </a:lnB>
                    <a:noFill/>
                  </a:tcPr>
                </a:tc>
                <a:tc>
                  <a:txBody>
                    <a:bodyPr/>
                    <a:lstStyle/>
                    <a:p>
                      <a:pPr>
                        <a:buNone/>
                      </a:pPr>
                      <a:r>
                        <a:rPr lang="en-US" sz="1400"/>
                        <a:t>0.6%</a:t>
                      </a:r>
                    </a:p>
                  </a:txBody>
                  <a:tcPr marL="72522" marR="72522" marT="36261" marB="36261" anchor="ctr">
                    <a:lnL>
                      <a:noFill/>
                    </a:lnL>
                    <a:lnR>
                      <a:noFill/>
                    </a:lnR>
                    <a:lnT>
                      <a:noFill/>
                    </a:lnT>
                    <a:lnB>
                      <a:noFill/>
                    </a:lnB>
                    <a:noFill/>
                  </a:tcPr>
                </a:tc>
                <a:tc>
                  <a:txBody>
                    <a:bodyPr/>
                    <a:lstStyle/>
                    <a:p>
                      <a:pPr>
                        <a:buNone/>
                      </a:pPr>
                      <a:r>
                        <a:rPr lang="en-US" sz="1400"/>
                        <a:t>99.4%</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0.6%</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99,100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735980655"/>
                  </a:ext>
                </a:extLst>
              </a:tr>
              <a:tr h="429477">
                <a:tc>
                  <a:txBody>
                    <a:bodyPr/>
                    <a:lstStyle/>
                    <a:p>
                      <a:pPr>
                        <a:buNone/>
                      </a:pPr>
                      <a:r>
                        <a:rPr lang="en-US" sz="1400"/>
                        <a:t>Eavesdropping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112,600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605543548"/>
                  </a:ext>
                </a:extLst>
              </a:tr>
              <a:tr h="429477">
                <a:tc>
                  <a:txBody>
                    <a:bodyPr/>
                    <a:lstStyle/>
                    <a:p>
                      <a:pPr>
                        <a:buNone/>
                      </a:pPr>
                      <a:r>
                        <a:rPr lang="en-US" sz="1400"/>
                        <a:t>GPS spoofing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89,900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643348887"/>
                  </a:ext>
                </a:extLst>
              </a:tr>
              <a:tr h="343217">
                <a:tc>
                  <a:txBody>
                    <a:bodyPr/>
                    <a:lstStyle/>
                    <a:p>
                      <a:pPr>
                        <a:buNone/>
                      </a:pPr>
                      <a:r>
                        <a:rPr lang="en-US" sz="1400"/>
                        <a:t>RF jamming</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38.5%</a:t>
                      </a:r>
                    </a:p>
                  </a:txBody>
                  <a:tcPr marL="72522" marR="72522" marT="36261" marB="36261" anchor="ctr">
                    <a:lnL>
                      <a:noFill/>
                    </a:lnL>
                    <a:lnR>
                      <a:noFill/>
                    </a:lnR>
                    <a:lnT>
                      <a:noFill/>
                    </a:lnT>
                    <a:lnB>
                      <a:noFill/>
                    </a:lnB>
                    <a:noFill/>
                  </a:tcPr>
                </a:tc>
                <a:tc>
                  <a:txBody>
                    <a:bodyPr/>
                    <a:lstStyle/>
                    <a:p>
                      <a:pPr>
                        <a:buNone/>
                      </a:pPr>
                      <a:r>
                        <a:rPr lang="en-US" sz="1400"/>
                        <a:t>61.5%</a:t>
                      </a:r>
                    </a:p>
                  </a:txBody>
                  <a:tcPr marL="72522" marR="72522" marT="36261" marB="36261" anchor="ctr">
                    <a:lnL>
                      <a:noFill/>
                    </a:lnL>
                    <a:lnR>
                      <a:noFill/>
                    </a:lnR>
                    <a:lnT>
                      <a:noFill/>
                    </a:lnT>
                    <a:lnB>
                      <a:noFill/>
                    </a:lnB>
                    <a:noFill/>
                  </a:tcPr>
                </a:tc>
                <a:tc>
                  <a:txBody>
                    <a:bodyPr/>
                    <a:lstStyle/>
                    <a:p>
                      <a:pPr>
                        <a:buNone/>
                      </a:pPr>
                      <a:r>
                        <a:rPr lang="en-US" sz="1400"/>
                        <a:t>57,600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430393633"/>
                  </a:ext>
                </a:extLst>
              </a:tr>
              <a:tr h="429477">
                <a:tc>
                  <a:txBody>
                    <a:bodyPr/>
                    <a:lstStyle/>
                    <a:p>
                      <a:pPr>
                        <a:buNone/>
                      </a:pPr>
                      <a:r>
                        <a:rPr lang="en-US" sz="1400"/>
                        <a:t>CLI injection</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78,700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074038459"/>
                  </a:ext>
                </a:extLst>
              </a:tr>
              <a:tr h="429477">
                <a:tc>
                  <a:txBody>
                    <a:bodyPr/>
                    <a:lstStyle/>
                    <a:p>
                      <a:pPr>
                        <a:buNone/>
                      </a:pPr>
                      <a:r>
                        <a:rPr lang="en-US" sz="1400"/>
                        <a:t>Token brute force</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92,900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085508121"/>
                  </a:ext>
                </a:extLst>
              </a:tr>
              <a:tr h="490310">
                <a:tc>
                  <a:txBody>
                    <a:bodyPr/>
                    <a:lstStyle/>
                    <a:p>
                      <a:pPr>
                        <a:buNone/>
                      </a:pPr>
                      <a:r>
                        <a:rPr lang="en-US" sz="1400"/>
                        <a:t>Endpoint compromise</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98.2%</a:t>
                      </a:r>
                    </a:p>
                  </a:txBody>
                  <a:tcPr marL="72522" marR="72522" marT="36261" marB="36261" anchor="ctr">
                    <a:lnL>
                      <a:noFill/>
                    </a:lnL>
                    <a:lnR>
                      <a:noFill/>
                    </a:lnR>
                    <a:lnT>
                      <a:noFill/>
                    </a:lnT>
                    <a:lnB>
                      <a:noFill/>
                    </a:lnB>
                    <a:noFill/>
                  </a:tcPr>
                </a:tc>
                <a:tc>
                  <a:txBody>
                    <a:bodyPr/>
                    <a:lstStyle/>
                    <a:p>
                      <a:pPr>
                        <a:buNone/>
                      </a:pPr>
                      <a:r>
                        <a:rPr lang="en-US" sz="1400"/>
                        <a:t>1.8%</a:t>
                      </a:r>
                    </a:p>
                  </a:txBody>
                  <a:tcPr marL="72522" marR="72522" marT="36261" marB="36261" anchor="ctr">
                    <a:lnL>
                      <a:noFill/>
                    </a:lnL>
                    <a:lnR>
                      <a:noFill/>
                    </a:lnR>
                    <a:lnT>
                      <a:noFill/>
                    </a:lnT>
                    <a:lnB>
                      <a:noFill/>
                    </a:lnB>
                    <a:noFill/>
                  </a:tcPr>
                </a:tc>
                <a:tc>
                  <a:txBody>
                    <a:bodyPr/>
                    <a:lstStyle/>
                    <a:p>
                      <a:pPr>
                        <a:buNone/>
                      </a:pPr>
                      <a:r>
                        <a:rPr lang="en-US" sz="1400"/>
                        <a:t>98,100</a:t>
                      </a:r>
                    </a:p>
                  </a:txBody>
                  <a:tcPr marL="72522" marR="72522" marT="36261" marB="36261" anchor="ctr">
                    <a:lnL>
                      <a:noFill/>
                    </a:lnL>
                    <a:lnR>
                      <a:noFill/>
                    </a:lnR>
                    <a:lnT>
                      <a:noFill/>
                    </a:lnT>
                    <a:lnB>
                      <a:noFill/>
                    </a:lnB>
                    <a:noFill/>
                  </a:tcPr>
                </a:tc>
                <a:extLst>
                  <a:ext uri="{0D108BD9-81ED-4DB2-BD59-A6C34878D82A}">
                    <a16:rowId xmlns:a16="http://schemas.microsoft.com/office/drawing/2014/main" val="816376722"/>
                  </a:ext>
                </a:extLst>
              </a:tr>
            </a:tbl>
          </a:graphicData>
        </a:graphic>
      </p:graphicFrame>
    </p:spTree>
    <p:extLst>
      <p:ext uri="{BB962C8B-B14F-4D97-AF65-F5344CB8AC3E}">
        <p14:creationId xmlns:p14="http://schemas.microsoft.com/office/powerpoint/2010/main" val="3564235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2E1B-BDC3-18C1-7B34-2BE0363FD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07C68-D70A-54E1-2CC9-EEA71436F113}"/>
              </a:ext>
            </a:extLst>
          </p:cNvPr>
          <p:cNvSpPr>
            <a:spLocks noGrp="1"/>
          </p:cNvSpPr>
          <p:nvPr>
            <p:ph type="title"/>
          </p:nvPr>
        </p:nvSpPr>
        <p:spPr>
          <a:xfrm>
            <a:off x="840186" y="422295"/>
            <a:ext cx="10511627" cy="1012785"/>
          </a:xfrm>
        </p:spPr>
        <p:txBody>
          <a:bodyPr/>
          <a:lstStyle/>
          <a:p>
            <a:r>
              <a:rPr lang="en-US"/>
              <a:t>8 node swarm</a:t>
            </a:r>
          </a:p>
        </p:txBody>
      </p:sp>
      <p:sp>
        <p:nvSpPr>
          <p:cNvPr id="3" name="Slide Number Placeholder 2">
            <a:extLst>
              <a:ext uri="{FF2B5EF4-FFF2-40B4-BE49-F238E27FC236}">
                <a16:creationId xmlns:a16="http://schemas.microsoft.com/office/drawing/2014/main" id="{5C13E9EA-EC76-3559-C8CB-F6660462498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16</a:t>
            </a:fld>
            <a:endParaRPr lang="en-US"/>
          </a:p>
        </p:txBody>
      </p:sp>
      <p:graphicFrame>
        <p:nvGraphicFramePr>
          <p:cNvPr id="4" name="Table 3">
            <a:extLst>
              <a:ext uri="{FF2B5EF4-FFF2-40B4-BE49-F238E27FC236}">
                <a16:creationId xmlns:a16="http://schemas.microsoft.com/office/drawing/2014/main" id="{2D83D117-F70F-8BB6-0013-8FF3113BC4C2}"/>
              </a:ext>
            </a:extLst>
          </p:cNvPr>
          <p:cNvGraphicFramePr>
            <a:graphicFrameLocks noGrp="1"/>
          </p:cNvGraphicFramePr>
          <p:nvPr>
            <p:extLst>
              <p:ext uri="{D42A27DB-BD31-4B8C-83A1-F6EECF244321}">
                <p14:modId xmlns:p14="http://schemas.microsoft.com/office/powerpoint/2010/main" val="2815134232"/>
              </p:ext>
            </p:extLst>
          </p:nvPr>
        </p:nvGraphicFramePr>
        <p:xfrm>
          <a:off x="1812222" y="2070059"/>
          <a:ext cx="8715982" cy="3803618"/>
        </p:xfrm>
        <a:graphic>
          <a:graphicData uri="http://schemas.openxmlformats.org/drawingml/2006/table">
            <a:tbl>
              <a:tblPr/>
              <a:tblGrid>
                <a:gridCol w="1419368">
                  <a:extLst>
                    <a:ext uri="{9D8B030D-6E8A-4147-A177-3AD203B41FA5}">
                      <a16:colId xmlns:a16="http://schemas.microsoft.com/office/drawing/2014/main" val="3974859412"/>
                    </a:ext>
                  </a:extLst>
                </a:gridCol>
                <a:gridCol w="1007339">
                  <a:extLst>
                    <a:ext uri="{9D8B030D-6E8A-4147-A177-3AD203B41FA5}">
                      <a16:colId xmlns:a16="http://schemas.microsoft.com/office/drawing/2014/main" val="960582411"/>
                    </a:ext>
                  </a:extLst>
                </a:gridCol>
                <a:gridCol w="1007339">
                  <a:extLst>
                    <a:ext uri="{9D8B030D-6E8A-4147-A177-3AD203B41FA5}">
                      <a16:colId xmlns:a16="http://schemas.microsoft.com/office/drawing/2014/main" val="2018436220"/>
                    </a:ext>
                  </a:extLst>
                </a:gridCol>
                <a:gridCol w="1007339">
                  <a:extLst>
                    <a:ext uri="{9D8B030D-6E8A-4147-A177-3AD203B41FA5}">
                      <a16:colId xmlns:a16="http://schemas.microsoft.com/office/drawing/2014/main" val="1770523346"/>
                    </a:ext>
                  </a:extLst>
                </a:gridCol>
                <a:gridCol w="1007339">
                  <a:extLst>
                    <a:ext uri="{9D8B030D-6E8A-4147-A177-3AD203B41FA5}">
                      <a16:colId xmlns:a16="http://schemas.microsoft.com/office/drawing/2014/main" val="2383278845"/>
                    </a:ext>
                  </a:extLst>
                </a:gridCol>
                <a:gridCol w="1007339">
                  <a:extLst>
                    <a:ext uri="{9D8B030D-6E8A-4147-A177-3AD203B41FA5}">
                      <a16:colId xmlns:a16="http://schemas.microsoft.com/office/drawing/2014/main" val="965492366"/>
                    </a:ext>
                  </a:extLst>
                </a:gridCol>
                <a:gridCol w="1007339">
                  <a:extLst>
                    <a:ext uri="{9D8B030D-6E8A-4147-A177-3AD203B41FA5}">
                      <a16:colId xmlns:a16="http://schemas.microsoft.com/office/drawing/2014/main" val="1281613051"/>
                    </a:ext>
                  </a:extLst>
                </a:gridCol>
                <a:gridCol w="1252580">
                  <a:extLst>
                    <a:ext uri="{9D8B030D-6E8A-4147-A177-3AD203B41FA5}">
                      <a16:colId xmlns:a16="http://schemas.microsoft.com/office/drawing/2014/main" val="3714824211"/>
                    </a:ext>
                  </a:extLst>
                </a:gridCol>
              </a:tblGrid>
              <a:tr h="425073">
                <a:tc>
                  <a:txBody>
                    <a:bodyPr/>
                    <a:lstStyle/>
                    <a:p>
                      <a:pPr>
                        <a:buNone/>
                      </a:pPr>
                      <a:r>
                        <a:rPr lang="en-US" sz="1400"/>
                        <a:t>Attack</a:t>
                      </a:r>
                    </a:p>
                  </a:txBody>
                  <a:tcPr marL="72522" marR="72522" marT="36261" marB="36261" anchor="ctr">
                    <a:lnL>
                      <a:noFill/>
                    </a:lnL>
                    <a:lnR>
                      <a:noFill/>
                    </a:lnR>
                    <a:lnT>
                      <a:noFill/>
                    </a:lnT>
                    <a:lnB>
                      <a:noFill/>
                    </a:lnB>
                    <a:noFill/>
                  </a:tcPr>
                </a:tc>
                <a:tc>
                  <a:txBody>
                    <a:bodyPr/>
                    <a:lstStyle/>
                    <a:p>
                      <a:pPr>
                        <a:buNone/>
                      </a:pPr>
                      <a:r>
                        <a:rPr lang="en-US" sz="1400"/>
                        <a:t>ASR</a:t>
                      </a:r>
                    </a:p>
                  </a:txBody>
                  <a:tcPr marL="72522" marR="72522" marT="36261" marB="36261" anchor="ctr">
                    <a:lnL>
                      <a:noFill/>
                    </a:lnL>
                    <a:lnR>
                      <a:noFill/>
                    </a:lnR>
                    <a:lnT>
                      <a:noFill/>
                    </a:lnT>
                    <a:lnB>
                      <a:noFill/>
                    </a:lnB>
                    <a:noFill/>
                  </a:tcPr>
                </a:tc>
                <a:tc>
                  <a:txBody>
                    <a:bodyPr/>
                    <a:lstStyle/>
                    <a:p>
                      <a:pPr>
                        <a:buNone/>
                      </a:pPr>
                      <a:r>
                        <a:rPr lang="en-US" sz="1400"/>
                        <a:t>ADR</a:t>
                      </a:r>
                    </a:p>
                  </a:txBody>
                  <a:tcPr marL="72522" marR="72522" marT="36261" marB="36261" anchor="ctr">
                    <a:lnL>
                      <a:noFill/>
                    </a:lnL>
                    <a:lnR>
                      <a:noFill/>
                    </a:lnR>
                    <a:lnT>
                      <a:noFill/>
                    </a:lnT>
                    <a:lnB>
                      <a:noFill/>
                    </a:lnB>
                    <a:noFill/>
                  </a:tcPr>
                </a:tc>
                <a:tc>
                  <a:txBody>
                    <a:bodyPr/>
                    <a:lstStyle/>
                    <a:p>
                      <a:pPr>
                        <a:buNone/>
                      </a:pPr>
                      <a:r>
                        <a:rPr lang="en-US" sz="1400"/>
                        <a:t>FPR</a:t>
                      </a:r>
                    </a:p>
                  </a:txBody>
                  <a:tcPr marL="72522" marR="72522" marT="36261" marB="36261" anchor="ctr">
                    <a:lnL>
                      <a:noFill/>
                    </a:lnL>
                    <a:lnR>
                      <a:noFill/>
                    </a:lnR>
                    <a:lnT>
                      <a:noFill/>
                    </a:lnT>
                    <a:lnB>
                      <a:noFill/>
                    </a:lnB>
                    <a:noFill/>
                  </a:tcPr>
                </a:tc>
                <a:tc>
                  <a:txBody>
                    <a:bodyPr/>
                    <a:lstStyle/>
                    <a:p>
                      <a:pPr>
                        <a:buNone/>
                      </a:pPr>
                      <a:r>
                        <a:rPr lang="en-US" sz="1400"/>
                        <a:t>FNR</a:t>
                      </a:r>
                    </a:p>
                  </a:txBody>
                  <a:tcPr marL="72522" marR="72522" marT="36261" marB="36261" anchor="ctr">
                    <a:lnL>
                      <a:noFill/>
                    </a:lnL>
                    <a:lnR>
                      <a:noFill/>
                    </a:lnR>
                    <a:lnT>
                      <a:noFill/>
                    </a:lnT>
                    <a:lnB>
                      <a:noFill/>
                    </a:lnB>
                    <a:noFill/>
                  </a:tcPr>
                </a:tc>
                <a:tc>
                  <a:txBody>
                    <a:bodyPr/>
                    <a:lstStyle/>
                    <a:p>
                      <a:pPr>
                        <a:buNone/>
                      </a:pPr>
                      <a:r>
                        <a:rPr lang="en-US" sz="1400"/>
                        <a:t>PDR</a:t>
                      </a:r>
                    </a:p>
                  </a:txBody>
                  <a:tcPr marL="72522" marR="72522" marT="36261" marB="36261" anchor="ctr">
                    <a:lnL>
                      <a:noFill/>
                    </a:lnL>
                    <a:lnR>
                      <a:noFill/>
                    </a:lnR>
                    <a:lnT>
                      <a:noFill/>
                    </a:lnT>
                    <a:lnB>
                      <a:noFill/>
                    </a:lnB>
                    <a:noFill/>
                  </a:tcPr>
                </a:tc>
                <a:tc>
                  <a:txBody>
                    <a:bodyPr/>
                    <a:lstStyle/>
                    <a:p>
                      <a:pPr>
                        <a:buNone/>
                      </a:pPr>
                      <a:r>
                        <a:rPr lang="en-US" sz="1400"/>
                        <a:t>PLR</a:t>
                      </a:r>
                    </a:p>
                  </a:txBody>
                  <a:tcPr marL="72522" marR="72522" marT="36261" marB="36261" anchor="ctr">
                    <a:lnL>
                      <a:noFill/>
                    </a:lnL>
                    <a:lnR>
                      <a:noFill/>
                    </a:lnR>
                    <a:lnT>
                      <a:noFill/>
                    </a:lnT>
                    <a:lnB>
                      <a:noFill/>
                    </a:lnB>
                    <a:noFill/>
                  </a:tcPr>
                </a:tc>
                <a:tc>
                  <a:txBody>
                    <a:bodyPr/>
                    <a:lstStyle/>
                    <a:p>
                      <a:pPr>
                        <a:buNone/>
                      </a:pPr>
                      <a:r>
                        <a:rPr lang="en-US" sz="1400"/>
                        <a:t>Throughput/s</a:t>
                      </a:r>
                    </a:p>
                  </a:txBody>
                  <a:tcPr marL="72522" marR="72522" marT="36261" marB="36261" anchor="ctr">
                    <a:lnL>
                      <a:noFill/>
                    </a:lnL>
                    <a:lnR>
                      <a:noFill/>
                    </a:lnR>
                    <a:lnT>
                      <a:noFill/>
                    </a:lnT>
                    <a:lnB>
                      <a:noFill/>
                    </a:lnB>
                    <a:noFill/>
                  </a:tcPr>
                </a:tc>
                <a:extLst>
                  <a:ext uri="{0D108BD9-81ED-4DB2-BD59-A6C34878D82A}">
                    <a16:rowId xmlns:a16="http://schemas.microsoft.com/office/drawing/2014/main" val="3034642370"/>
                  </a:ext>
                </a:extLst>
              </a:tr>
              <a:tr h="242899">
                <a:tc>
                  <a:txBody>
                    <a:bodyPr/>
                    <a:lstStyle/>
                    <a:p>
                      <a:pPr>
                        <a:buNone/>
                      </a:pPr>
                      <a:r>
                        <a:rPr lang="en-US" sz="1400"/>
                        <a:t>MITM</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98.6%</a:t>
                      </a:r>
                    </a:p>
                  </a:txBody>
                  <a:tcPr marL="72522" marR="72522" marT="36261" marB="36261" anchor="ctr">
                    <a:lnL>
                      <a:noFill/>
                    </a:lnL>
                    <a:lnR>
                      <a:noFill/>
                    </a:lnR>
                    <a:lnT>
                      <a:noFill/>
                    </a:lnT>
                    <a:lnB>
                      <a:noFill/>
                    </a:lnB>
                    <a:noFill/>
                  </a:tcPr>
                </a:tc>
                <a:tc>
                  <a:txBody>
                    <a:bodyPr/>
                    <a:lstStyle/>
                    <a:p>
                      <a:pPr>
                        <a:buNone/>
                      </a:pPr>
                      <a:r>
                        <a:rPr lang="en-US" sz="1400"/>
                        <a:t>1.4%</a:t>
                      </a:r>
                    </a:p>
                  </a:txBody>
                  <a:tcPr marL="72522" marR="72522" marT="36261" marB="36261" anchor="ctr">
                    <a:lnL>
                      <a:noFill/>
                    </a:lnL>
                    <a:lnR>
                      <a:noFill/>
                    </a:lnR>
                    <a:lnT>
                      <a:noFill/>
                    </a:lnT>
                    <a:lnB>
                      <a:noFill/>
                    </a:lnB>
                    <a:noFill/>
                  </a:tcPr>
                </a:tc>
                <a:tc>
                  <a:txBody>
                    <a:bodyPr/>
                    <a:lstStyle/>
                    <a:p>
                      <a:pPr>
                        <a:buNone/>
                      </a:pPr>
                      <a:r>
                        <a:rPr lang="en-US" sz="1400"/>
                        <a:t>65,200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059255783"/>
                  </a:ext>
                </a:extLst>
              </a:tr>
              <a:tr h="242899">
                <a:tc>
                  <a:txBody>
                    <a:bodyPr/>
                    <a:lstStyle/>
                    <a:p>
                      <a:pPr>
                        <a:buNone/>
                      </a:pPr>
                      <a:r>
                        <a:rPr lang="en-US" sz="1400"/>
                        <a:t>Replay</a:t>
                      </a:r>
                    </a:p>
                  </a:txBody>
                  <a:tcPr marL="72522" marR="72522" marT="36261" marB="36261" anchor="ctr">
                    <a:lnL>
                      <a:noFill/>
                    </a:lnL>
                    <a:lnR>
                      <a:noFill/>
                    </a:lnR>
                    <a:lnT>
                      <a:noFill/>
                    </a:lnT>
                    <a:lnB>
                      <a:noFill/>
                    </a:lnB>
                    <a:noFill/>
                  </a:tcPr>
                </a:tc>
                <a:tc>
                  <a:txBody>
                    <a:bodyPr/>
                    <a:lstStyle/>
                    <a:p>
                      <a:pPr>
                        <a:buNone/>
                      </a:pPr>
                      <a:r>
                        <a:rPr lang="en-US" sz="1400"/>
                        <a:t>0.6%</a:t>
                      </a:r>
                    </a:p>
                  </a:txBody>
                  <a:tcPr marL="72522" marR="72522" marT="36261" marB="36261" anchor="ctr">
                    <a:lnL>
                      <a:noFill/>
                    </a:lnL>
                    <a:lnR>
                      <a:noFill/>
                    </a:lnR>
                    <a:lnT>
                      <a:noFill/>
                    </a:lnT>
                    <a:lnB>
                      <a:noFill/>
                    </a:lnB>
                    <a:noFill/>
                  </a:tcPr>
                </a:tc>
                <a:tc>
                  <a:txBody>
                    <a:bodyPr/>
                    <a:lstStyle/>
                    <a:p>
                      <a:pPr>
                        <a:buNone/>
                      </a:pPr>
                      <a:r>
                        <a:rPr lang="en-US" sz="1400"/>
                        <a:t>99.4%</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0.6%</a:t>
                      </a:r>
                    </a:p>
                  </a:txBody>
                  <a:tcPr marL="72522" marR="72522" marT="36261" marB="36261" anchor="ctr">
                    <a:lnL>
                      <a:noFill/>
                    </a:lnL>
                    <a:lnR>
                      <a:noFill/>
                    </a:lnR>
                    <a:lnT>
                      <a:noFill/>
                    </a:lnT>
                    <a:lnB>
                      <a:noFill/>
                    </a:lnB>
                    <a:noFill/>
                  </a:tcPr>
                </a:tc>
                <a:tc>
                  <a:txBody>
                    <a:bodyPr/>
                    <a:lstStyle/>
                    <a:p>
                      <a:pPr>
                        <a:buNone/>
                      </a:pPr>
                      <a:r>
                        <a:rPr lang="en-US" sz="1400"/>
                        <a:t>98.6%</a:t>
                      </a:r>
                    </a:p>
                  </a:txBody>
                  <a:tcPr marL="72522" marR="72522" marT="36261" marB="36261" anchor="ctr">
                    <a:lnL>
                      <a:noFill/>
                    </a:lnL>
                    <a:lnR>
                      <a:noFill/>
                    </a:lnR>
                    <a:lnT>
                      <a:noFill/>
                    </a:lnT>
                    <a:lnB>
                      <a:noFill/>
                    </a:lnB>
                    <a:noFill/>
                  </a:tcPr>
                </a:tc>
                <a:tc>
                  <a:txBody>
                    <a:bodyPr/>
                    <a:lstStyle/>
                    <a:p>
                      <a:pPr>
                        <a:buNone/>
                      </a:pPr>
                      <a:r>
                        <a:rPr lang="en-US" sz="1400"/>
                        <a:t>1.4%</a:t>
                      </a:r>
                    </a:p>
                  </a:txBody>
                  <a:tcPr marL="72522" marR="72522" marT="36261" marB="36261" anchor="ctr">
                    <a:lnL>
                      <a:noFill/>
                    </a:lnL>
                    <a:lnR>
                      <a:noFill/>
                    </a:lnR>
                    <a:lnT>
                      <a:noFill/>
                    </a:lnT>
                    <a:lnB>
                      <a:noFill/>
                    </a:lnB>
                    <a:noFill/>
                  </a:tcPr>
                </a:tc>
                <a:tc>
                  <a:txBody>
                    <a:bodyPr/>
                    <a:lstStyle/>
                    <a:p>
                      <a:pPr>
                        <a:buNone/>
                      </a:pPr>
                      <a:r>
                        <a:rPr lang="en-US" sz="1400"/>
                        <a:t>106,700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389576503"/>
                  </a:ext>
                </a:extLst>
              </a:tr>
              <a:tr h="425073">
                <a:tc>
                  <a:txBody>
                    <a:bodyPr/>
                    <a:lstStyle/>
                    <a:p>
                      <a:pPr>
                        <a:buNone/>
                      </a:pPr>
                      <a:r>
                        <a:rPr lang="en-US" sz="1400"/>
                        <a:t>Eavesdropping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98.6%</a:t>
                      </a:r>
                    </a:p>
                  </a:txBody>
                  <a:tcPr marL="72522" marR="72522" marT="36261" marB="36261" anchor="ctr">
                    <a:lnL>
                      <a:noFill/>
                    </a:lnL>
                    <a:lnR>
                      <a:noFill/>
                    </a:lnR>
                    <a:lnT>
                      <a:noFill/>
                    </a:lnT>
                    <a:lnB>
                      <a:noFill/>
                    </a:lnB>
                    <a:noFill/>
                  </a:tcPr>
                </a:tc>
                <a:tc>
                  <a:txBody>
                    <a:bodyPr/>
                    <a:lstStyle/>
                    <a:p>
                      <a:pPr>
                        <a:buNone/>
                      </a:pPr>
                      <a:r>
                        <a:rPr lang="en-US" sz="1400"/>
                        <a:t>1.4%</a:t>
                      </a:r>
                    </a:p>
                  </a:txBody>
                  <a:tcPr marL="72522" marR="72522" marT="36261" marB="36261" anchor="ctr">
                    <a:lnL>
                      <a:noFill/>
                    </a:lnL>
                    <a:lnR>
                      <a:noFill/>
                    </a:lnR>
                    <a:lnT>
                      <a:noFill/>
                    </a:lnT>
                    <a:lnB>
                      <a:noFill/>
                    </a:lnB>
                    <a:noFill/>
                  </a:tcPr>
                </a:tc>
                <a:tc>
                  <a:txBody>
                    <a:bodyPr/>
                    <a:lstStyle/>
                    <a:p>
                      <a:pPr>
                        <a:buNone/>
                      </a:pPr>
                      <a:r>
                        <a:rPr lang="en-US" sz="1400"/>
                        <a:t>104,800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122723848"/>
                  </a:ext>
                </a:extLst>
              </a:tr>
              <a:tr h="425073">
                <a:tc>
                  <a:txBody>
                    <a:bodyPr/>
                    <a:lstStyle/>
                    <a:p>
                      <a:pPr>
                        <a:buNone/>
                      </a:pPr>
                      <a:r>
                        <a:rPr lang="en-US" sz="1400"/>
                        <a:t>GPS spoofing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98.6%</a:t>
                      </a:r>
                    </a:p>
                  </a:txBody>
                  <a:tcPr marL="72522" marR="72522" marT="36261" marB="36261" anchor="ctr">
                    <a:lnL>
                      <a:noFill/>
                    </a:lnL>
                    <a:lnR>
                      <a:noFill/>
                    </a:lnR>
                    <a:lnT>
                      <a:noFill/>
                    </a:lnT>
                    <a:lnB>
                      <a:noFill/>
                    </a:lnB>
                    <a:noFill/>
                  </a:tcPr>
                </a:tc>
                <a:tc>
                  <a:txBody>
                    <a:bodyPr/>
                    <a:lstStyle/>
                    <a:p>
                      <a:pPr>
                        <a:buNone/>
                      </a:pPr>
                      <a:r>
                        <a:rPr lang="en-US" sz="1400"/>
                        <a:t>1.4%</a:t>
                      </a:r>
                    </a:p>
                  </a:txBody>
                  <a:tcPr marL="72522" marR="72522" marT="36261" marB="36261" anchor="ctr">
                    <a:lnL>
                      <a:noFill/>
                    </a:lnL>
                    <a:lnR>
                      <a:noFill/>
                    </a:lnR>
                    <a:lnT>
                      <a:noFill/>
                    </a:lnT>
                    <a:lnB>
                      <a:noFill/>
                    </a:lnB>
                    <a:noFill/>
                  </a:tcPr>
                </a:tc>
                <a:tc>
                  <a:txBody>
                    <a:bodyPr/>
                    <a:lstStyle/>
                    <a:p>
                      <a:pPr>
                        <a:buNone/>
                      </a:pPr>
                      <a:r>
                        <a:rPr lang="en-US" sz="1400"/>
                        <a:t>96,800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115531911"/>
                  </a:ext>
                </a:extLst>
              </a:tr>
              <a:tr h="425073">
                <a:tc>
                  <a:txBody>
                    <a:bodyPr/>
                    <a:lstStyle/>
                    <a:p>
                      <a:pPr>
                        <a:buNone/>
                      </a:pPr>
                      <a:r>
                        <a:rPr lang="en-US" sz="1400"/>
                        <a:t>RF jamming</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35.1%</a:t>
                      </a:r>
                    </a:p>
                  </a:txBody>
                  <a:tcPr marL="72522" marR="72522" marT="36261" marB="36261" anchor="ctr">
                    <a:lnL>
                      <a:noFill/>
                    </a:lnL>
                    <a:lnR>
                      <a:noFill/>
                    </a:lnR>
                    <a:lnT>
                      <a:noFill/>
                    </a:lnT>
                    <a:lnB>
                      <a:noFill/>
                    </a:lnB>
                    <a:noFill/>
                  </a:tcPr>
                </a:tc>
                <a:tc>
                  <a:txBody>
                    <a:bodyPr/>
                    <a:lstStyle/>
                    <a:p>
                      <a:pPr>
                        <a:buNone/>
                      </a:pPr>
                      <a:r>
                        <a:rPr lang="en-US" sz="1400"/>
                        <a:t>64.9%</a:t>
                      </a:r>
                    </a:p>
                  </a:txBody>
                  <a:tcPr marL="72522" marR="72522" marT="36261" marB="36261" anchor="ctr">
                    <a:lnL>
                      <a:noFill/>
                    </a:lnL>
                    <a:lnR>
                      <a:noFill/>
                    </a:lnR>
                    <a:lnT>
                      <a:noFill/>
                    </a:lnT>
                    <a:lnB>
                      <a:noFill/>
                    </a:lnB>
                    <a:noFill/>
                  </a:tcPr>
                </a:tc>
                <a:tc>
                  <a:txBody>
                    <a:bodyPr/>
                    <a:lstStyle/>
                    <a:p>
                      <a:pPr>
                        <a:buNone/>
                      </a:pPr>
                      <a:r>
                        <a:rPr lang="en-US" sz="1400"/>
                        <a:t>55,300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301400719"/>
                  </a:ext>
                </a:extLst>
              </a:tr>
              <a:tr h="425073">
                <a:tc>
                  <a:txBody>
                    <a:bodyPr/>
                    <a:lstStyle/>
                    <a:p>
                      <a:pPr>
                        <a:buNone/>
                      </a:pPr>
                      <a:r>
                        <a:rPr lang="en-US" sz="1400"/>
                        <a:t>CLI injection</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98.6%</a:t>
                      </a:r>
                    </a:p>
                  </a:txBody>
                  <a:tcPr marL="72522" marR="72522" marT="36261" marB="36261" anchor="ctr">
                    <a:lnL>
                      <a:noFill/>
                    </a:lnL>
                    <a:lnR>
                      <a:noFill/>
                    </a:lnR>
                    <a:lnT>
                      <a:noFill/>
                    </a:lnT>
                    <a:lnB>
                      <a:noFill/>
                    </a:lnB>
                    <a:noFill/>
                  </a:tcPr>
                </a:tc>
                <a:tc>
                  <a:txBody>
                    <a:bodyPr/>
                    <a:lstStyle/>
                    <a:p>
                      <a:pPr>
                        <a:buNone/>
                      </a:pPr>
                      <a:r>
                        <a:rPr lang="en-US" sz="1400"/>
                        <a:t>1.4%</a:t>
                      </a:r>
                    </a:p>
                  </a:txBody>
                  <a:tcPr marL="72522" marR="72522" marT="36261" marB="36261" anchor="ctr">
                    <a:lnL>
                      <a:noFill/>
                    </a:lnL>
                    <a:lnR>
                      <a:noFill/>
                    </a:lnR>
                    <a:lnT>
                      <a:noFill/>
                    </a:lnT>
                    <a:lnB>
                      <a:noFill/>
                    </a:lnB>
                    <a:noFill/>
                  </a:tcPr>
                </a:tc>
                <a:tc>
                  <a:txBody>
                    <a:bodyPr/>
                    <a:lstStyle/>
                    <a:p>
                      <a:pPr>
                        <a:buNone/>
                      </a:pPr>
                      <a:r>
                        <a:rPr lang="en-US" sz="1400"/>
                        <a:t>83,300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502350690"/>
                  </a:ext>
                </a:extLst>
              </a:tr>
              <a:tr h="425073">
                <a:tc>
                  <a:txBody>
                    <a:bodyPr/>
                    <a:lstStyle/>
                    <a:p>
                      <a:pPr>
                        <a:buNone/>
                      </a:pPr>
                      <a:r>
                        <a:rPr lang="en-US" sz="1400"/>
                        <a:t>Token brute force</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98.6%</a:t>
                      </a:r>
                    </a:p>
                  </a:txBody>
                  <a:tcPr marL="72522" marR="72522" marT="36261" marB="36261" anchor="ctr">
                    <a:lnL>
                      <a:noFill/>
                    </a:lnL>
                    <a:lnR>
                      <a:noFill/>
                    </a:lnR>
                    <a:lnT>
                      <a:noFill/>
                    </a:lnT>
                    <a:lnB>
                      <a:noFill/>
                    </a:lnB>
                    <a:noFill/>
                  </a:tcPr>
                </a:tc>
                <a:tc>
                  <a:txBody>
                    <a:bodyPr/>
                    <a:lstStyle/>
                    <a:p>
                      <a:pPr>
                        <a:buNone/>
                      </a:pPr>
                      <a:r>
                        <a:rPr lang="en-US" sz="1400"/>
                        <a:t>1.4%</a:t>
                      </a:r>
                    </a:p>
                  </a:txBody>
                  <a:tcPr marL="72522" marR="72522" marT="36261" marB="36261" anchor="ctr">
                    <a:lnL>
                      <a:noFill/>
                    </a:lnL>
                    <a:lnR>
                      <a:noFill/>
                    </a:lnR>
                    <a:lnT>
                      <a:noFill/>
                    </a:lnT>
                    <a:lnB>
                      <a:noFill/>
                    </a:lnB>
                    <a:noFill/>
                  </a:tcPr>
                </a:tc>
                <a:tc>
                  <a:txBody>
                    <a:bodyPr/>
                    <a:lstStyle/>
                    <a:p>
                      <a:pPr>
                        <a:buNone/>
                      </a:pPr>
                      <a:r>
                        <a:rPr lang="en-US" sz="1400"/>
                        <a:t>96,600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489854478"/>
                  </a:ext>
                </a:extLst>
              </a:tr>
              <a:tr h="607247">
                <a:tc>
                  <a:txBody>
                    <a:bodyPr/>
                    <a:lstStyle/>
                    <a:p>
                      <a:pPr>
                        <a:buNone/>
                      </a:pPr>
                      <a:r>
                        <a:rPr lang="en-US" sz="1400"/>
                        <a:t>Endpoint compromise</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0.1%</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99.3%</a:t>
                      </a:r>
                    </a:p>
                  </a:txBody>
                  <a:tcPr marL="72522" marR="72522" marT="36261" marB="36261" anchor="ctr">
                    <a:lnL>
                      <a:noFill/>
                    </a:lnL>
                    <a:lnR>
                      <a:noFill/>
                    </a:lnR>
                    <a:lnT>
                      <a:noFill/>
                    </a:lnT>
                    <a:lnB>
                      <a:noFill/>
                    </a:lnB>
                    <a:noFill/>
                  </a:tcPr>
                </a:tc>
                <a:tc>
                  <a:txBody>
                    <a:bodyPr/>
                    <a:lstStyle/>
                    <a:p>
                      <a:pPr>
                        <a:buNone/>
                      </a:pPr>
                      <a:r>
                        <a:rPr lang="en-US" sz="1400"/>
                        <a:t>0.7%</a:t>
                      </a:r>
                    </a:p>
                  </a:txBody>
                  <a:tcPr marL="72522" marR="72522" marT="36261" marB="36261" anchor="ctr">
                    <a:lnL>
                      <a:noFill/>
                    </a:lnL>
                    <a:lnR>
                      <a:noFill/>
                    </a:lnR>
                    <a:lnT>
                      <a:noFill/>
                    </a:lnT>
                    <a:lnB>
                      <a:noFill/>
                    </a:lnB>
                    <a:noFill/>
                  </a:tcPr>
                </a:tc>
                <a:tc>
                  <a:txBody>
                    <a:bodyPr/>
                    <a:lstStyle/>
                    <a:p>
                      <a:pPr>
                        <a:buNone/>
                      </a:pPr>
                      <a:r>
                        <a:rPr lang="en-US" sz="1400"/>
                        <a:t>96,700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095095434"/>
                  </a:ext>
                </a:extLst>
              </a:tr>
            </a:tbl>
          </a:graphicData>
        </a:graphic>
      </p:graphicFrame>
    </p:spTree>
    <p:extLst>
      <p:ext uri="{BB962C8B-B14F-4D97-AF65-F5344CB8AC3E}">
        <p14:creationId xmlns:p14="http://schemas.microsoft.com/office/powerpoint/2010/main" val="4276615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D13C9-4E57-2BC7-037A-15616E9E0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EE9BB-54AE-17D4-6177-7EE3F3EB3118}"/>
              </a:ext>
            </a:extLst>
          </p:cNvPr>
          <p:cNvSpPr>
            <a:spLocks noGrp="1"/>
          </p:cNvSpPr>
          <p:nvPr>
            <p:ph type="title"/>
          </p:nvPr>
        </p:nvSpPr>
        <p:spPr>
          <a:xfrm>
            <a:off x="840186" y="632196"/>
            <a:ext cx="10511627" cy="1012785"/>
          </a:xfrm>
        </p:spPr>
        <p:txBody>
          <a:bodyPr/>
          <a:lstStyle/>
          <a:p>
            <a:r>
              <a:rPr lang="en-US"/>
              <a:t>16 node swarm</a:t>
            </a:r>
          </a:p>
        </p:txBody>
      </p:sp>
      <p:sp>
        <p:nvSpPr>
          <p:cNvPr id="3" name="Slide Number Placeholder 2">
            <a:extLst>
              <a:ext uri="{FF2B5EF4-FFF2-40B4-BE49-F238E27FC236}">
                <a16:creationId xmlns:a16="http://schemas.microsoft.com/office/drawing/2014/main" id="{B1D61DBE-09A6-7DE5-2F65-BA286798596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17</a:t>
            </a:fld>
            <a:endParaRPr lang="en-US"/>
          </a:p>
        </p:txBody>
      </p:sp>
      <p:graphicFrame>
        <p:nvGraphicFramePr>
          <p:cNvPr id="4" name="Table 3">
            <a:extLst>
              <a:ext uri="{FF2B5EF4-FFF2-40B4-BE49-F238E27FC236}">
                <a16:creationId xmlns:a16="http://schemas.microsoft.com/office/drawing/2014/main" id="{BC856457-049F-6011-9C84-42162AAC124E}"/>
              </a:ext>
            </a:extLst>
          </p:cNvPr>
          <p:cNvGraphicFramePr>
            <a:graphicFrameLocks noGrp="1"/>
          </p:cNvGraphicFramePr>
          <p:nvPr>
            <p:extLst>
              <p:ext uri="{D42A27DB-BD31-4B8C-83A1-F6EECF244321}">
                <p14:modId xmlns:p14="http://schemas.microsoft.com/office/powerpoint/2010/main" val="4046578072"/>
              </p:ext>
            </p:extLst>
          </p:nvPr>
        </p:nvGraphicFramePr>
        <p:xfrm>
          <a:off x="1514272" y="2363821"/>
          <a:ext cx="9163456" cy="3861983"/>
        </p:xfrm>
        <a:graphic>
          <a:graphicData uri="http://schemas.openxmlformats.org/drawingml/2006/table">
            <a:tbl>
              <a:tblPr/>
              <a:tblGrid>
                <a:gridCol w="1263864">
                  <a:extLst>
                    <a:ext uri="{9D8B030D-6E8A-4147-A177-3AD203B41FA5}">
                      <a16:colId xmlns:a16="http://schemas.microsoft.com/office/drawing/2014/main" val="2505734571"/>
                    </a:ext>
                  </a:extLst>
                </a:gridCol>
                <a:gridCol w="1080265">
                  <a:extLst>
                    <a:ext uri="{9D8B030D-6E8A-4147-A177-3AD203B41FA5}">
                      <a16:colId xmlns:a16="http://schemas.microsoft.com/office/drawing/2014/main" val="1912986900"/>
                    </a:ext>
                  </a:extLst>
                </a:gridCol>
                <a:gridCol w="1080265">
                  <a:extLst>
                    <a:ext uri="{9D8B030D-6E8A-4147-A177-3AD203B41FA5}">
                      <a16:colId xmlns:a16="http://schemas.microsoft.com/office/drawing/2014/main" val="3485996632"/>
                    </a:ext>
                  </a:extLst>
                </a:gridCol>
                <a:gridCol w="1080265">
                  <a:extLst>
                    <a:ext uri="{9D8B030D-6E8A-4147-A177-3AD203B41FA5}">
                      <a16:colId xmlns:a16="http://schemas.microsoft.com/office/drawing/2014/main" val="1561919144"/>
                    </a:ext>
                  </a:extLst>
                </a:gridCol>
                <a:gridCol w="1080265">
                  <a:extLst>
                    <a:ext uri="{9D8B030D-6E8A-4147-A177-3AD203B41FA5}">
                      <a16:colId xmlns:a16="http://schemas.microsoft.com/office/drawing/2014/main" val="1302337499"/>
                    </a:ext>
                  </a:extLst>
                </a:gridCol>
                <a:gridCol w="1080265">
                  <a:extLst>
                    <a:ext uri="{9D8B030D-6E8A-4147-A177-3AD203B41FA5}">
                      <a16:colId xmlns:a16="http://schemas.microsoft.com/office/drawing/2014/main" val="2321583041"/>
                    </a:ext>
                  </a:extLst>
                </a:gridCol>
                <a:gridCol w="1080265">
                  <a:extLst>
                    <a:ext uri="{9D8B030D-6E8A-4147-A177-3AD203B41FA5}">
                      <a16:colId xmlns:a16="http://schemas.microsoft.com/office/drawing/2014/main" val="3539396846"/>
                    </a:ext>
                  </a:extLst>
                </a:gridCol>
                <a:gridCol w="1418002">
                  <a:extLst>
                    <a:ext uri="{9D8B030D-6E8A-4147-A177-3AD203B41FA5}">
                      <a16:colId xmlns:a16="http://schemas.microsoft.com/office/drawing/2014/main" val="1013435188"/>
                    </a:ext>
                  </a:extLst>
                </a:gridCol>
              </a:tblGrid>
              <a:tr h="434152">
                <a:tc>
                  <a:txBody>
                    <a:bodyPr/>
                    <a:lstStyle/>
                    <a:p>
                      <a:pPr>
                        <a:buNone/>
                      </a:pPr>
                      <a:r>
                        <a:rPr lang="en-US" sz="1400"/>
                        <a:t>Attack</a:t>
                      </a:r>
                    </a:p>
                  </a:txBody>
                  <a:tcPr marL="72522" marR="72522" marT="36261" marB="36261" anchor="ctr">
                    <a:lnL>
                      <a:noFill/>
                    </a:lnL>
                    <a:lnR>
                      <a:noFill/>
                    </a:lnR>
                    <a:lnT>
                      <a:noFill/>
                    </a:lnT>
                    <a:lnB>
                      <a:noFill/>
                    </a:lnB>
                    <a:noFill/>
                  </a:tcPr>
                </a:tc>
                <a:tc>
                  <a:txBody>
                    <a:bodyPr/>
                    <a:lstStyle/>
                    <a:p>
                      <a:pPr>
                        <a:buNone/>
                      </a:pPr>
                      <a:r>
                        <a:rPr lang="en-US" sz="1400"/>
                        <a:t>ASR</a:t>
                      </a:r>
                    </a:p>
                  </a:txBody>
                  <a:tcPr marL="72522" marR="72522" marT="36261" marB="36261" anchor="ctr">
                    <a:lnL>
                      <a:noFill/>
                    </a:lnL>
                    <a:lnR>
                      <a:noFill/>
                    </a:lnR>
                    <a:lnT>
                      <a:noFill/>
                    </a:lnT>
                    <a:lnB>
                      <a:noFill/>
                    </a:lnB>
                    <a:noFill/>
                  </a:tcPr>
                </a:tc>
                <a:tc>
                  <a:txBody>
                    <a:bodyPr/>
                    <a:lstStyle/>
                    <a:p>
                      <a:pPr>
                        <a:buNone/>
                      </a:pPr>
                      <a:r>
                        <a:rPr lang="en-US" sz="1400"/>
                        <a:t>ADR</a:t>
                      </a:r>
                    </a:p>
                  </a:txBody>
                  <a:tcPr marL="72522" marR="72522" marT="36261" marB="36261" anchor="ctr">
                    <a:lnL>
                      <a:noFill/>
                    </a:lnL>
                    <a:lnR>
                      <a:noFill/>
                    </a:lnR>
                    <a:lnT>
                      <a:noFill/>
                    </a:lnT>
                    <a:lnB>
                      <a:noFill/>
                    </a:lnB>
                    <a:noFill/>
                  </a:tcPr>
                </a:tc>
                <a:tc>
                  <a:txBody>
                    <a:bodyPr/>
                    <a:lstStyle/>
                    <a:p>
                      <a:pPr>
                        <a:buNone/>
                      </a:pPr>
                      <a:r>
                        <a:rPr lang="en-US" sz="1400"/>
                        <a:t>FPR</a:t>
                      </a:r>
                    </a:p>
                  </a:txBody>
                  <a:tcPr marL="72522" marR="72522" marT="36261" marB="36261" anchor="ctr">
                    <a:lnL>
                      <a:noFill/>
                    </a:lnL>
                    <a:lnR>
                      <a:noFill/>
                    </a:lnR>
                    <a:lnT>
                      <a:noFill/>
                    </a:lnT>
                    <a:lnB>
                      <a:noFill/>
                    </a:lnB>
                    <a:noFill/>
                  </a:tcPr>
                </a:tc>
                <a:tc>
                  <a:txBody>
                    <a:bodyPr/>
                    <a:lstStyle/>
                    <a:p>
                      <a:pPr>
                        <a:buNone/>
                      </a:pPr>
                      <a:r>
                        <a:rPr lang="en-US" sz="1400"/>
                        <a:t>FNR</a:t>
                      </a:r>
                    </a:p>
                  </a:txBody>
                  <a:tcPr marL="72522" marR="72522" marT="36261" marB="36261" anchor="ctr">
                    <a:lnL>
                      <a:noFill/>
                    </a:lnL>
                    <a:lnR>
                      <a:noFill/>
                    </a:lnR>
                    <a:lnT>
                      <a:noFill/>
                    </a:lnT>
                    <a:lnB>
                      <a:noFill/>
                    </a:lnB>
                    <a:noFill/>
                  </a:tcPr>
                </a:tc>
                <a:tc>
                  <a:txBody>
                    <a:bodyPr/>
                    <a:lstStyle/>
                    <a:p>
                      <a:pPr>
                        <a:buNone/>
                      </a:pPr>
                      <a:r>
                        <a:rPr lang="en-US" sz="1400"/>
                        <a:t>PDR</a:t>
                      </a:r>
                    </a:p>
                  </a:txBody>
                  <a:tcPr marL="72522" marR="72522" marT="36261" marB="36261" anchor="ctr">
                    <a:lnL>
                      <a:noFill/>
                    </a:lnL>
                    <a:lnR>
                      <a:noFill/>
                    </a:lnR>
                    <a:lnT>
                      <a:noFill/>
                    </a:lnT>
                    <a:lnB>
                      <a:noFill/>
                    </a:lnB>
                    <a:noFill/>
                  </a:tcPr>
                </a:tc>
                <a:tc>
                  <a:txBody>
                    <a:bodyPr/>
                    <a:lstStyle/>
                    <a:p>
                      <a:pPr>
                        <a:buNone/>
                      </a:pPr>
                      <a:r>
                        <a:rPr lang="en-US" sz="1400"/>
                        <a:t>PLR</a:t>
                      </a:r>
                    </a:p>
                  </a:txBody>
                  <a:tcPr marL="72522" marR="72522" marT="36261" marB="36261" anchor="ctr">
                    <a:lnL>
                      <a:noFill/>
                    </a:lnL>
                    <a:lnR>
                      <a:noFill/>
                    </a:lnR>
                    <a:lnT>
                      <a:noFill/>
                    </a:lnT>
                    <a:lnB>
                      <a:noFill/>
                    </a:lnB>
                    <a:noFill/>
                  </a:tcPr>
                </a:tc>
                <a:tc>
                  <a:txBody>
                    <a:bodyPr/>
                    <a:lstStyle/>
                    <a:p>
                      <a:pPr>
                        <a:buNone/>
                      </a:pPr>
                      <a:r>
                        <a:rPr lang="en-US" sz="1400"/>
                        <a:t>Throughput/s</a:t>
                      </a:r>
                    </a:p>
                  </a:txBody>
                  <a:tcPr marL="72522" marR="72522" marT="36261" marB="36261" anchor="ctr">
                    <a:lnL>
                      <a:noFill/>
                    </a:lnL>
                    <a:lnR>
                      <a:noFill/>
                    </a:lnR>
                    <a:lnT>
                      <a:noFill/>
                    </a:lnT>
                    <a:lnB>
                      <a:noFill/>
                    </a:lnB>
                    <a:noFill/>
                  </a:tcPr>
                </a:tc>
                <a:extLst>
                  <a:ext uri="{0D108BD9-81ED-4DB2-BD59-A6C34878D82A}">
                    <a16:rowId xmlns:a16="http://schemas.microsoft.com/office/drawing/2014/main" val="122435472"/>
                  </a:ext>
                </a:extLst>
              </a:tr>
              <a:tr h="248087">
                <a:tc>
                  <a:txBody>
                    <a:bodyPr/>
                    <a:lstStyle/>
                    <a:p>
                      <a:pPr>
                        <a:buNone/>
                      </a:pPr>
                      <a:r>
                        <a:rPr lang="en-US" sz="1400"/>
                        <a:t>MITM</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98.4%</a:t>
                      </a:r>
                    </a:p>
                  </a:txBody>
                  <a:tcPr marL="72522" marR="72522" marT="36261" marB="36261" anchor="ctr">
                    <a:lnL>
                      <a:noFill/>
                    </a:lnL>
                    <a:lnR>
                      <a:noFill/>
                    </a:lnR>
                    <a:lnT>
                      <a:noFill/>
                    </a:lnT>
                    <a:lnB>
                      <a:noFill/>
                    </a:lnB>
                    <a:noFill/>
                  </a:tcPr>
                </a:tc>
                <a:tc>
                  <a:txBody>
                    <a:bodyPr/>
                    <a:lstStyle/>
                    <a:p>
                      <a:pPr>
                        <a:buNone/>
                      </a:pPr>
                      <a:r>
                        <a:rPr lang="en-US" sz="1400"/>
                        <a:t>1.6%</a:t>
                      </a:r>
                    </a:p>
                  </a:txBody>
                  <a:tcPr marL="72522" marR="72522" marT="36261" marB="36261" anchor="ctr">
                    <a:lnL>
                      <a:noFill/>
                    </a:lnL>
                    <a:lnR>
                      <a:noFill/>
                    </a:lnR>
                    <a:lnT>
                      <a:noFill/>
                    </a:lnT>
                    <a:lnB>
                      <a:noFill/>
                    </a:lnB>
                    <a:noFill/>
                  </a:tcPr>
                </a:tc>
                <a:tc>
                  <a:txBody>
                    <a:bodyPr/>
                    <a:lstStyle/>
                    <a:p>
                      <a:pPr>
                        <a:buNone/>
                      </a:pPr>
                      <a:r>
                        <a:rPr lang="en-US" sz="1400"/>
                        <a:t>90,000</a:t>
                      </a:r>
                    </a:p>
                  </a:txBody>
                  <a:tcPr marL="72522" marR="72522" marT="36261" marB="36261" anchor="ctr">
                    <a:lnL>
                      <a:noFill/>
                    </a:lnL>
                    <a:lnR>
                      <a:noFill/>
                    </a:lnR>
                    <a:lnT>
                      <a:noFill/>
                    </a:lnT>
                    <a:lnB>
                      <a:noFill/>
                    </a:lnB>
                    <a:noFill/>
                  </a:tcPr>
                </a:tc>
                <a:extLst>
                  <a:ext uri="{0D108BD9-81ED-4DB2-BD59-A6C34878D82A}">
                    <a16:rowId xmlns:a16="http://schemas.microsoft.com/office/drawing/2014/main" val="470539499"/>
                  </a:ext>
                </a:extLst>
              </a:tr>
              <a:tr h="248087">
                <a:tc>
                  <a:txBody>
                    <a:bodyPr/>
                    <a:lstStyle/>
                    <a:p>
                      <a:pPr>
                        <a:buNone/>
                      </a:pPr>
                      <a:r>
                        <a:rPr lang="en-US" sz="1400"/>
                        <a:t>Replay</a:t>
                      </a:r>
                    </a:p>
                  </a:txBody>
                  <a:tcPr marL="72522" marR="72522" marT="36261" marB="36261" anchor="ctr">
                    <a:lnL>
                      <a:noFill/>
                    </a:lnL>
                    <a:lnR>
                      <a:noFill/>
                    </a:lnR>
                    <a:lnT>
                      <a:noFill/>
                    </a:lnT>
                    <a:lnB>
                      <a:noFill/>
                    </a:lnB>
                    <a:noFill/>
                  </a:tcPr>
                </a:tc>
                <a:tc>
                  <a:txBody>
                    <a:bodyPr/>
                    <a:lstStyle/>
                    <a:p>
                      <a:pPr>
                        <a:buNone/>
                      </a:pPr>
                      <a:r>
                        <a:rPr lang="en-US" sz="1400"/>
                        <a:t>0.4%</a:t>
                      </a:r>
                    </a:p>
                  </a:txBody>
                  <a:tcPr marL="72522" marR="72522" marT="36261" marB="36261" anchor="ctr">
                    <a:lnL>
                      <a:noFill/>
                    </a:lnL>
                    <a:lnR>
                      <a:noFill/>
                    </a:lnR>
                    <a:lnT>
                      <a:noFill/>
                    </a:lnT>
                    <a:lnB>
                      <a:noFill/>
                    </a:lnB>
                    <a:noFill/>
                  </a:tcPr>
                </a:tc>
                <a:tc>
                  <a:txBody>
                    <a:bodyPr/>
                    <a:lstStyle/>
                    <a:p>
                      <a:pPr>
                        <a:buNone/>
                      </a:pPr>
                      <a:r>
                        <a:rPr lang="en-US" sz="1400"/>
                        <a:t>99.6%</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0.4%</a:t>
                      </a:r>
                    </a:p>
                  </a:txBody>
                  <a:tcPr marL="72522" marR="72522" marT="36261" marB="36261" anchor="ctr">
                    <a:lnL>
                      <a:noFill/>
                    </a:lnL>
                    <a:lnR>
                      <a:noFill/>
                    </a:lnR>
                    <a:lnT>
                      <a:noFill/>
                    </a:lnT>
                    <a:lnB>
                      <a:noFill/>
                    </a:lnB>
                    <a:noFill/>
                  </a:tcPr>
                </a:tc>
                <a:tc>
                  <a:txBody>
                    <a:bodyPr/>
                    <a:lstStyle/>
                    <a:p>
                      <a:pPr>
                        <a:buNone/>
                      </a:pPr>
                      <a:r>
                        <a:rPr lang="en-US" sz="1400"/>
                        <a:t>98.4%</a:t>
                      </a:r>
                    </a:p>
                  </a:txBody>
                  <a:tcPr marL="72522" marR="72522" marT="36261" marB="36261" anchor="ctr">
                    <a:lnL>
                      <a:noFill/>
                    </a:lnL>
                    <a:lnR>
                      <a:noFill/>
                    </a:lnR>
                    <a:lnT>
                      <a:noFill/>
                    </a:lnT>
                    <a:lnB>
                      <a:noFill/>
                    </a:lnB>
                    <a:noFill/>
                  </a:tcPr>
                </a:tc>
                <a:tc>
                  <a:txBody>
                    <a:bodyPr/>
                    <a:lstStyle/>
                    <a:p>
                      <a:pPr>
                        <a:buNone/>
                      </a:pPr>
                      <a:r>
                        <a:rPr lang="en-US" sz="1400"/>
                        <a:t>1.6%</a:t>
                      </a:r>
                    </a:p>
                  </a:txBody>
                  <a:tcPr marL="72522" marR="72522" marT="36261" marB="36261" anchor="ctr">
                    <a:lnL>
                      <a:noFill/>
                    </a:lnL>
                    <a:lnR>
                      <a:noFill/>
                    </a:lnR>
                    <a:lnT>
                      <a:noFill/>
                    </a:lnT>
                    <a:lnB>
                      <a:noFill/>
                    </a:lnB>
                    <a:noFill/>
                  </a:tcPr>
                </a:tc>
                <a:tc>
                  <a:txBody>
                    <a:bodyPr/>
                    <a:lstStyle/>
                    <a:p>
                      <a:pPr>
                        <a:buNone/>
                      </a:pPr>
                      <a:r>
                        <a:rPr lang="en-US" sz="1400"/>
                        <a:t>96,600</a:t>
                      </a:r>
                    </a:p>
                  </a:txBody>
                  <a:tcPr marL="72522" marR="72522" marT="36261" marB="36261" anchor="ctr">
                    <a:lnL>
                      <a:noFill/>
                    </a:lnL>
                    <a:lnR>
                      <a:noFill/>
                    </a:lnR>
                    <a:lnT>
                      <a:noFill/>
                    </a:lnT>
                    <a:lnB>
                      <a:noFill/>
                    </a:lnB>
                    <a:noFill/>
                  </a:tcPr>
                </a:tc>
                <a:extLst>
                  <a:ext uri="{0D108BD9-81ED-4DB2-BD59-A6C34878D82A}">
                    <a16:rowId xmlns:a16="http://schemas.microsoft.com/office/drawing/2014/main" val="4016711200"/>
                  </a:ext>
                </a:extLst>
              </a:tr>
              <a:tr h="434152">
                <a:tc>
                  <a:txBody>
                    <a:bodyPr/>
                    <a:lstStyle/>
                    <a:p>
                      <a:pPr>
                        <a:buNone/>
                      </a:pPr>
                      <a:r>
                        <a:rPr lang="en-US" sz="1400"/>
                        <a:t>Eavesdropping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98.4%</a:t>
                      </a:r>
                    </a:p>
                  </a:txBody>
                  <a:tcPr marL="72522" marR="72522" marT="36261" marB="36261" anchor="ctr">
                    <a:lnL>
                      <a:noFill/>
                    </a:lnL>
                    <a:lnR>
                      <a:noFill/>
                    </a:lnR>
                    <a:lnT>
                      <a:noFill/>
                    </a:lnT>
                    <a:lnB>
                      <a:noFill/>
                    </a:lnB>
                    <a:noFill/>
                  </a:tcPr>
                </a:tc>
                <a:tc>
                  <a:txBody>
                    <a:bodyPr/>
                    <a:lstStyle/>
                    <a:p>
                      <a:pPr>
                        <a:buNone/>
                      </a:pPr>
                      <a:r>
                        <a:rPr lang="en-US" sz="1400"/>
                        <a:t>1.6%</a:t>
                      </a:r>
                    </a:p>
                  </a:txBody>
                  <a:tcPr marL="72522" marR="72522" marT="36261" marB="36261" anchor="ctr">
                    <a:lnL>
                      <a:noFill/>
                    </a:lnL>
                    <a:lnR>
                      <a:noFill/>
                    </a:lnR>
                    <a:lnT>
                      <a:noFill/>
                    </a:lnT>
                    <a:lnB>
                      <a:noFill/>
                    </a:lnB>
                    <a:noFill/>
                  </a:tcPr>
                </a:tc>
                <a:tc>
                  <a:txBody>
                    <a:bodyPr/>
                    <a:lstStyle/>
                    <a:p>
                      <a:pPr>
                        <a:buNone/>
                      </a:pPr>
                      <a:r>
                        <a:rPr lang="en-US" sz="1400"/>
                        <a:t>116,900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550655008"/>
                  </a:ext>
                </a:extLst>
              </a:tr>
              <a:tr h="434152">
                <a:tc>
                  <a:txBody>
                    <a:bodyPr/>
                    <a:lstStyle/>
                    <a:p>
                      <a:pPr>
                        <a:buNone/>
                      </a:pPr>
                      <a:r>
                        <a:rPr lang="en-US" sz="1400"/>
                        <a:t>GPS spoofing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98.4%</a:t>
                      </a:r>
                    </a:p>
                  </a:txBody>
                  <a:tcPr marL="72522" marR="72522" marT="36261" marB="36261" anchor="ctr">
                    <a:lnL>
                      <a:noFill/>
                    </a:lnL>
                    <a:lnR>
                      <a:noFill/>
                    </a:lnR>
                    <a:lnT>
                      <a:noFill/>
                    </a:lnT>
                    <a:lnB>
                      <a:noFill/>
                    </a:lnB>
                    <a:noFill/>
                  </a:tcPr>
                </a:tc>
                <a:tc>
                  <a:txBody>
                    <a:bodyPr/>
                    <a:lstStyle/>
                    <a:p>
                      <a:pPr>
                        <a:buNone/>
                      </a:pPr>
                      <a:r>
                        <a:rPr lang="en-US" sz="1400"/>
                        <a:t>1.6%</a:t>
                      </a:r>
                    </a:p>
                  </a:txBody>
                  <a:tcPr marL="72522" marR="72522" marT="36261" marB="36261" anchor="ctr">
                    <a:lnL>
                      <a:noFill/>
                    </a:lnL>
                    <a:lnR>
                      <a:noFill/>
                    </a:lnR>
                    <a:lnT>
                      <a:noFill/>
                    </a:lnT>
                    <a:lnB>
                      <a:noFill/>
                    </a:lnB>
                    <a:noFill/>
                  </a:tcPr>
                </a:tc>
                <a:tc>
                  <a:txBody>
                    <a:bodyPr/>
                    <a:lstStyle/>
                    <a:p>
                      <a:pPr>
                        <a:buNone/>
                      </a:pPr>
                      <a:r>
                        <a:rPr lang="en-US" sz="1400"/>
                        <a:t>101,000</a:t>
                      </a:r>
                    </a:p>
                  </a:txBody>
                  <a:tcPr marL="72522" marR="72522" marT="36261" marB="36261" anchor="ctr">
                    <a:lnL>
                      <a:noFill/>
                    </a:lnL>
                    <a:lnR>
                      <a:noFill/>
                    </a:lnR>
                    <a:lnT>
                      <a:noFill/>
                    </a:lnT>
                    <a:lnB>
                      <a:noFill/>
                    </a:lnB>
                    <a:noFill/>
                  </a:tcPr>
                </a:tc>
                <a:extLst>
                  <a:ext uri="{0D108BD9-81ED-4DB2-BD59-A6C34878D82A}">
                    <a16:rowId xmlns:a16="http://schemas.microsoft.com/office/drawing/2014/main" val="4133901303"/>
                  </a:ext>
                </a:extLst>
              </a:tr>
              <a:tr h="434152">
                <a:tc>
                  <a:txBody>
                    <a:bodyPr/>
                    <a:lstStyle/>
                    <a:p>
                      <a:pPr>
                        <a:buNone/>
                      </a:pPr>
                      <a:r>
                        <a:rPr lang="en-US" sz="1400"/>
                        <a:t>RF jamming</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34.8%</a:t>
                      </a:r>
                    </a:p>
                  </a:txBody>
                  <a:tcPr marL="72522" marR="72522" marT="36261" marB="36261" anchor="ctr">
                    <a:lnL>
                      <a:noFill/>
                    </a:lnL>
                    <a:lnR>
                      <a:noFill/>
                    </a:lnR>
                    <a:lnT>
                      <a:noFill/>
                    </a:lnT>
                    <a:lnB>
                      <a:noFill/>
                    </a:lnB>
                    <a:noFill/>
                  </a:tcPr>
                </a:tc>
                <a:tc>
                  <a:txBody>
                    <a:bodyPr/>
                    <a:lstStyle/>
                    <a:p>
                      <a:pPr>
                        <a:buNone/>
                      </a:pPr>
                      <a:r>
                        <a:rPr lang="en-US" sz="1400"/>
                        <a:t>65.2%</a:t>
                      </a:r>
                    </a:p>
                  </a:txBody>
                  <a:tcPr marL="72522" marR="72522" marT="36261" marB="36261" anchor="ctr">
                    <a:lnL>
                      <a:noFill/>
                    </a:lnL>
                    <a:lnR>
                      <a:noFill/>
                    </a:lnR>
                    <a:lnT>
                      <a:noFill/>
                    </a:lnT>
                    <a:lnB>
                      <a:noFill/>
                    </a:lnB>
                    <a:noFill/>
                  </a:tcPr>
                </a:tc>
                <a:tc>
                  <a:txBody>
                    <a:bodyPr/>
                    <a:lstStyle/>
                    <a:p>
                      <a:pPr>
                        <a:buNone/>
                      </a:pPr>
                      <a:r>
                        <a:rPr lang="en-US" sz="1400"/>
                        <a:t>56,000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734456280"/>
                  </a:ext>
                </a:extLst>
              </a:tr>
              <a:tr h="434152">
                <a:tc>
                  <a:txBody>
                    <a:bodyPr/>
                    <a:lstStyle/>
                    <a:p>
                      <a:pPr>
                        <a:buNone/>
                      </a:pPr>
                      <a:r>
                        <a:rPr lang="en-US" sz="1400"/>
                        <a:t>CLI injection</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98.4%</a:t>
                      </a:r>
                    </a:p>
                  </a:txBody>
                  <a:tcPr marL="72522" marR="72522" marT="36261" marB="36261" anchor="ctr">
                    <a:lnL>
                      <a:noFill/>
                    </a:lnL>
                    <a:lnR>
                      <a:noFill/>
                    </a:lnR>
                    <a:lnT>
                      <a:noFill/>
                    </a:lnT>
                    <a:lnB>
                      <a:noFill/>
                    </a:lnB>
                    <a:noFill/>
                  </a:tcPr>
                </a:tc>
                <a:tc>
                  <a:txBody>
                    <a:bodyPr/>
                    <a:lstStyle/>
                    <a:p>
                      <a:pPr>
                        <a:buNone/>
                      </a:pPr>
                      <a:r>
                        <a:rPr lang="en-US" sz="1400"/>
                        <a:t>1.6%</a:t>
                      </a:r>
                    </a:p>
                  </a:txBody>
                  <a:tcPr marL="72522" marR="72522" marT="36261" marB="36261" anchor="ctr">
                    <a:lnL>
                      <a:noFill/>
                    </a:lnL>
                    <a:lnR>
                      <a:noFill/>
                    </a:lnR>
                    <a:lnT>
                      <a:noFill/>
                    </a:lnT>
                    <a:lnB>
                      <a:noFill/>
                    </a:lnB>
                    <a:noFill/>
                  </a:tcPr>
                </a:tc>
                <a:tc>
                  <a:txBody>
                    <a:bodyPr/>
                    <a:lstStyle/>
                    <a:p>
                      <a:pPr>
                        <a:buNone/>
                      </a:pPr>
                      <a:r>
                        <a:rPr lang="en-US" sz="1400"/>
                        <a:t>92,900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224954925"/>
                  </a:ext>
                </a:extLst>
              </a:tr>
              <a:tr h="434152">
                <a:tc>
                  <a:txBody>
                    <a:bodyPr/>
                    <a:lstStyle/>
                    <a:p>
                      <a:pPr>
                        <a:buNone/>
                      </a:pPr>
                      <a:r>
                        <a:rPr lang="en-US" sz="1400"/>
                        <a:t>Token brute force</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98.4%</a:t>
                      </a:r>
                    </a:p>
                  </a:txBody>
                  <a:tcPr marL="72522" marR="72522" marT="36261" marB="36261" anchor="ctr">
                    <a:lnL>
                      <a:noFill/>
                    </a:lnL>
                    <a:lnR>
                      <a:noFill/>
                    </a:lnR>
                    <a:lnT>
                      <a:noFill/>
                    </a:lnT>
                    <a:lnB>
                      <a:noFill/>
                    </a:lnB>
                    <a:noFill/>
                  </a:tcPr>
                </a:tc>
                <a:tc>
                  <a:txBody>
                    <a:bodyPr/>
                    <a:lstStyle/>
                    <a:p>
                      <a:pPr>
                        <a:buNone/>
                      </a:pPr>
                      <a:r>
                        <a:rPr lang="en-US" sz="1400"/>
                        <a:t>1.6%</a:t>
                      </a:r>
                    </a:p>
                  </a:txBody>
                  <a:tcPr marL="72522" marR="72522" marT="36261" marB="36261" anchor="ctr">
                    <a:lnL>
                      <a:noFill/>
                    </a:lnL>
                    <a:lnR>
                      <a:noFill/>
                    </a:lnR>
                    <a:lnT>
                      <a:noFill/>
                    </a:lnT>
                    <a:lnB>
                      <a:noFill/>
                    </a:lnB>
                    <a:noFill/>
                  </a:tcPr>
                </a:tc>
                <a:tc>
                  <a:txBody>
                    <a:bodyPr/>
                    <a:lstStyle/>
                    <a:p>
                      <a:pPr>
                        <a:buNone/>
                      </a:pPr>
                      <a:r>
                        <a:rPr lang="en-US" sz="1400"/>
                        <a:t>107,500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434927464"/>
                  </a:ext>
                </a:extLst>
              </a:tr>
              <a:tr h="620217">
                <a:tc>
                  <a:txBody>
                    <a:bodyPr/>
                    <a:lstStyle/>
                    <a:p>
                      <a:pPr>
                        <a:buNone/>
                      </a:pPr>
                      <a:r>
                        <a:rPr lang="en-US" sz="1400"/>
                        <a:t>Endpoint compromise</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0.1%</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99.5%</a:t>
                      </a:r>
                    </a:p>
                  </a:txBody>
                  <a:tcPr marL="72522" marR="72522" marT="36261" marB="36261" anchor="ctr">
                    <a:lnL>
                      <a:noFill/>
                    </a:lnL>
                    <a:lnR>
                      <a:noFill/>
                    </a:lnR>
                    <a:lnT>
                      <a:noFill/>
                    </a:lnT>
                    <a:lnB>
                      <a:noFill/>
                    </a:lnB>
                    <a:noFill/>
                  </a:tcPr>
                </a:tc>
                <a:tc>
                  <a:txBody>
                    <a:bodyPr/>
                    <a:lstStyle/>
                    <a:p>
                      <a:pPr>
                        <a:buNone/>
                      </a:pPr>
                      <a:r>
                        <a:rPr lang="en-US" sz="1400"/>
                        <a:t>0.5%</a:t>
                      </a:r>
                    </a:p>
                  </a:txBody>
                  <a:tcPr marL="72522" marR="72522" marT="36261" marB="36261" anchor="ctr">
                    <a:lnL>
                      <a:noFill/>
                    </a:lnL>
                    <a:lnR>
                      <a:noFill/>
                    </a:lnR>
                    <a:lnT>
                      <a:noFill/>
                    </a:lnT>
                    <a:lnB>
                      <a:noFill/>
                    </a:lnB>
                    <a:noFill/>
                  </a:tcPr>
                </a:tc>
                <a:tc>
                  <a:txBody>
                    <a:bodyPr/>
                    <a:lstStyle/>
                    <a:p>
                      <a:pPr>
                        <a:buNone/>
                      </a:pPr>
                      <a:r>
                        <a:rPr lang="en-US" sz="1400"/>
                        <a:t>93,900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4194770144"/>
                  </a:ext>
                </a:extLst>
              </a:tr>
            </a:tbl>
          </a:graphicData>
        </a:graphic>
      </p:graphicFrame>
    </p:spTree>
    <p:extLst>
      <p:ext uri="{BB962C8B-B14F-4D97-AF65-F5344CB8AC3E}">
        <p14:creationId xmlns:p14="http://schemas.microsoft.com/office/powerpoint/2010/main" val="967378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6ED1F-E280-6CEF-331A-46B1919B1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53E64-21AB-D0D4-762F-7E1DBED8530F}"/>
              </a:ext>
            </a:extLst>
          </p:cNvPr>
          <p:cNvSpPr>
            <a:spLocks noGrp="1"/>
          </p:cNvSpPr>
          <p:nvPr>
            <p:ph type="title"/>
          </p:nvPr>
        </p:nvSpPr>
        <p:spPr>
          <a:xfrm>
            <a:off x="840186" y="550881"/>
            <a:ext cx="10511627" cy="1012785"/>
          </a:xfrm>
        </p:spPr>
        <p:txBody>
          <a:bodyPr/>
          <a:lstStyle/>
          <a:p>
            <a:r>
              <a:rPr lang="en-US"/>
              <a:t>32 node swarm</a:t>
            </a:r>
          </a:p>
        </p:txBody>
      </p:sp>
      <p:sp>
        <p:nvSpPr>
          <p:cNvPr id="3" name="Slide Number Placeholder 2">
            <a:extLst>
              <a:ext uri="{FF2B5EF4-FFF2-40B4-BE49-F238E27FC236}">
                <a16:creationId xmlns:a16="http://schemas.microsoft.com/office/drawing/2014/main" id="{E628C621-0C59-12BB-7F4A-35F73399193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18</a:t>
            </a:fld>
            <a:endParaRPr lang="en-US"/>
          </a:p>
        </p:txBody>
      </p:sp>
      <p:graphicFrame>
        <p:nvGraphicFramePr>
          <p:cNvPr id="4" name="Table 3">
            <a:extLst>
              <a:ext uri="{FF2B5EF4-FFF2-40B4-BE49-F238E27FC236}">
                <a16:creationId xmlns:a16="http://schemas.microsoft.com/office/drawing/2014/main" id="{C6D3BC26-D97C-18CE-0A32-FBE0CB9C6D22}"/>
              </a:ext>
            </a:extLst>
          </p:cNvPr>
          <p:cNvGraphicFramePr>
            <a:graphicFrameLocks noGrp="1"/>
          </p:cNvGraphicFramePr>
          <p:nvPr>
            <p:extLst>
              <p:ext uri="{D42A27DB-BD31-4B8C-83A1-F6EECF244321}">
                <p14:modId xmlns:p14="http://schemas.microsoft.com/office/powerpoint/2010/main" val="2479026600"/>
              </p:ext>
            </p:extLst>
          </p:nvPr>
        </p:nvGraphicFramePr>
        <p:xfrm>
          <a:off x="1908241" y="2368735"/>
          <a:ext cx="8375515" cy="3796322"/>
        </p:xfrm>
        <a:graphic>
          <a:graphicData uri="http://schemas.openxmlformats.org/drawingml/2006/table">
            <a:tbl>
              <a:tblPr/>
              <a:tblGrid>
                <a:gridCol w="1325949">
                  <a:extLst>
                    <a:ext uri="{9D8B030D-6E8A-4147-A177-3AD203B41FA5}">
                      <a16:colId xmlns:a16="http://schemas.microsoft.com/office/drawing/2014/main" val="1098434629"/>
                    </a:ext>
                  </a:extLst>
                </a:gridCol>
                <a:gridCol w="959830">
                  <a:extLst>
                    <a:ext uri="{9D8B030D-6E8A-4147-A177-3AD203B41FA5}">
                      <a16:colId xmlns:a16="http://schemas.microsoft.com/office/drawing/2014/main" val="1233818896"/>
                    </a:ext>
                  </a:extLst>
                </a:gridCol>
                <a:gridCol w="959830">
                  <a:extLst>
                    <a:ext uri="{9D8B030D-6E8A-4147-A177-3AD203B41FA5}">
                      <a16:colId xmlns:a16="http://schemas.microsoft.com/office/drawing/2014/main" val="3853689604"/>
                    </a:ext>
                  </a:extLst>
                </a:gridCol>
                <a:gridCol w="959830">
                  <a:extLst>
                    <a:ext uri="{9D8B030D-6E8A-4147-A177-3AD203B41FA5}">
                      <a16:colId xmlns:a16="http://schemas.microsoft.com/office/drawing/2014/main" val="386624022"/>
                    </a:ext>
                  </a:extLst>
                </a:gridCol>
                <a:gridCol w="959830">
                  <a:extLst>
                    <a:ext uri="{9D8B030D-6E8A-4147-A177-3AD203B41FA5}">
                      <a16:colId xmlns:a16="http://schemas.microsoft.com/office/drawing/2014/main" val="2591634526"/>
                    </a:ext>
                  </a:extLst>
                </a:gridCol>
                <a:gridCol w="959830">
                  <a:extLst>
                    <a:ext uri="{9D8B030D-6E8A-4147-A177-3AD203B41FA5}">
                      <a16:colId xmlns:a16="http://schemas.microsoft.com/office/drawing/2014/main" val="332031103"/>
                    </a:ext>
                  </a:extLst>
                </a:gridCol>
                <a:gridCol w="959830">
                  <a:extLst>
                    <a:ext uri="{9D8B030D-6E8A-4147-A177-3AD203B41FA5}">
                      <a16:colId xmlns:a16="http://schemas.microsoft.com/office/drawing/2014/main" val="4191763122"/>
                    </a:ext>
                  </a:extLst>
                </a:gridCol>
                <a:gridCol w="1290586">
                  <a:extLst>
                    <a:ext uri="{9D8B030D-6E8A-4147-A177-3AD203B41FA5}">
                      <a16:colId xmlns:a16="http://schemas.microsoft.com/office/drawing/2014/main" val="1890798364"/>
                    </a:ext>
                  </a:extLst>
                </a:gridCol>
              </a:tblGrid>
              <a:tr h="423938">
                <a:tc>
                  <a:txBody>
                    <a:bodyPr/>
                    <a:lstStyle/>
                    <a:p>
                      <a:pPr>
                        <a:buNone/>
                      </a:pPr>
                      <a:r>
                        <a:rPr lang="en-US" sz="1400"/>
                        <a:t>Attack</a:t>
                      </a:r>
                    </a:p>
                  </a:txBody>
                  <a:tcPr marL="72522" marR="72522" marT="36261" marB="36261" anchor="ctr">
                    <a:lnL>
                      <a:noFill/>
                    </a:lnL>
                    <a:lnR>
                      <a:noFill/>
                    </a:lnR>
                    <a:lnT>
                      <a:noFill/>
                    </a:lnT>
                    <a:lnB>
                      <a:noFill/>
                    </a:lnB>
                    <a:noFill/>
                  </a:tcPr>
                </a:tc>
                <a:tc>
                  <a:txBody>
                    <a:bodyPr/>
                    <a:lstStyle/>
                    <a:p>
                      <a:pPr>
                        <a:buNone/>
                      </a:pPr>
                      <a:r>
                        <a:rPr lang="en-US" sz="1400"/>
                        <a:t>ASR</a:t>
                      </a:r>
                    </a:p>
                  </a:txBody>
                  <a:tcPr marL="72522" marR="72522" marT="36261" marB="36261" anchor="ctr">
                    <a:lnL>
                      <a:noFill/>
                    </a:lnL>
                    <a:lnR>
                      <a:noFill/>
                    </a:lnR>
                    <a:lnT>
                      <a:noFill/>
                    </a:lnT>
                    <a:lnB>
                      <a:noFill/>
                    </a:lnB>
                    <a:noFill/>
                  </a:tcPr>
                </a:tc>
                <a:tc>
                  <a:txBody>
                    <a:bodyPr/>
                    <a:lstStyle/>
                    <a:p>
                      <a:pPr>
                        <a:buNone/>
                      </a:pPr>
                      <a:r>
                        <a:rPr lang="en-US" sz="1400"/>
                        <a:t>ADR</a:t>
                      </a:r>
                    </a:p>
                  </a:txBody>
                  <a:tcPr marL="72522" marR="72522" marT="36261" marB="36261" anchor="ctr">
                    <a:lnL>
                      <a:noFill/>
                    </a:lnL>
                    <a:lnR>
                      <a:noFill/>
                    </a:lnR>
                    <a:lnT>
                      <a:noFill/>
                    </a:lnT>
                    <a:lnB>
                      <a:noFill/>
                    </a:lnB>
                    <a:noFill/>
                  </a:tcPr>
                </a:tc>
                <a:tc>
                  <a:txBody>
                    <a:bodyPr/>
                    <a:lstStyle/>
                    <a:p>
                      <a:pPr>
                        <a:buNone/>
                      </a:pPr>
                      <a:r>
                        <a:rPr lang="en-US" sz="1400"/>
                        <a:t>FPR</a:t>
                      </a:r>
                    </a:p>
                  </a:txBody>
                  <a:tcPr marL="72522" marR="72522" marT="36261" marB="36261" anchor="ctr">
                    <a:lnL>
                      <a:noFill/>
                    </a:lnL>
                    <a:lnR>
                      <a:noFill/>
                    </a:lnR>
                    <a:lnT>
                      <a:noFill/>
                    </a:lnT>
                    <a:lnB>
                      <a:noFill/>
                    </a:lnB>
                    <a:noFill/>
                  </a:tcPr>
                </a:tc>
                <a:tc>
                  <a:txBody>
                    <a:bodyPr/>
                    <a:lstStyle/>
                    <a:p>
                      <a:pPr>
                        <a:buNone/>
                      </a:pPr>
                      <a:r>
                        <a:rPr lang="en-US" sz="1400"/>
                        <a:t>FNR</a:t>
                      </a:r>
                    </a:p>
                  </a:txBody>
                  <a:tcPr marL="72522" marR="72522" marT="36261" marB="36261" anchor="ctr">
                    <a:lnL>
                      <a:noFill/>
                    </a:lnL>
                    <a:lnR>
                      <a:noFill/>
                    </a:lnR>
                    <a:lnT>
                      <a:noFill/>
                    </a:lnT>
                    <a:lnB>
                      <a:noFill/>
                    </a:lnB>
                    <a:noFill/>
                  </a:tcPr>
                </a:tc>
                <a:tc>
                  <a:txBody>
                    <a:bodyPr/>
                    <a:lstStyle/>
                    <a:p>
                      <a:pPr>
                        <a:buNone/>
                      </a:pPr>
                      <a:r>
                        <a:rPr lang="en-US" sz="1400"/>
                        <a:t>PDR</a:t>
                      </a:r>
                    </a:p>
                  </a:txBody>
                  <a:tcPr marL="72522" marR="72522" marT="36261" marB="36261" anchor="ctr">
                    <a:lnL>
                      <a:noFill/>
                    </a:lnL>
                    <a:lnR>
                      <a:noFill/>
                    </a:lnR>
                    <a:lnT>
                      <a:noFill/>
                    </a:lnT>
                    <a:lnB>
                      <a:noFill/>
                    </a:lnB>
                    <a:noFill/>
                  </a:tcPr>
                </a:tc>
                <a:tc>
                  <a:txBody>
                    <a:bodyPr/>
                    <a:lstStyle/>
                    <a:p>
                      <a:pPr>
                        <a:buNone/>
                      </a:pPr>
                      <a:r>
                        <a:rPr lang="en-US" sz="1400"/>
                        <a:t>PLR</a:t>
                      </a:r>
                    </a:p>
                  </a:txBody>
                  <a:tcPr marL="72522" marR="72522" marT="36261" marB="36261" anchor="ctr">
                    <a:lnL>
                      <a:noFill/>
                    </a:lnL>
                    <a:lnR>
                      <a:noFill/>
                    </a:lnR>
                    <a:lnT>
                      <a:noFill/>
                    </a:lnT>
                    <a:lnB>
                      <a:noFill/>
                    </a:lnB>
                    <a:noFill/>
                  </a:tcPr>
                </a:tc>
                <a:tc>
                  <a:txBody>
                    <a:bodyPr/>
                    <a:lstStyle/>
                    <a:p>
                      <a:pPr>
                        <a:buNone/>
                      </a:pPr>
                      <a:r>
                        <a:rPr lang="en-US" sz="1400"/>
                        <a:t>Throughput/s</a:t>
                      </a:r>
                    </a:p>
                  </a:txBody>
                  <a:tcPr marL="72522" marR="72522" marT="36261" marB="36261" anchor="ctr">
                    <a:lnL>
                      <a:noFill/>
                    </a:lnL>
                    <a:lnR>
                      <a:noFill/>
                    </a:lnR>
                    <a:lnT>
                      <a:noFill/>
                    </a:lnT>
                    <a:lnB>
                      <a:noFill/>
                    </a:lnB>
                    <a:noFill/>
                  </a:tcPr>
                </a:tc>
                <a:extLst>
                  <a:ext uri="{0D108BD9-81ED-4DB2-BD59-A6C34878D82A}">
                    <a16:rowId xmlns:a16="http://schemas.microsoft.com/office/drawing/2014/main" val="3631873061"/>
                  </a:ext>
                </a:extLst>
              </a:tr>
              <a:tr h="242250">
                <a:tc>
                  <a:txBody>
                    <a:bodyPr/>
                    <a:lstStyle/>
                    <a:p>
                      <a:pPr>
                        <a:buNone/>
                      </a:pPr>
                      <a:r>
                        <a:rPr lang="en-US" sz="1400"/>
                        <a:t>MITM</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98.7%</a:t>
                      </a:r>
                    </a:p>
                  </a:txBody>
                  <a:tcPr marL="72522" marR="72522" marT="36261" marB="36261" anchor="ctr">
                    <a:lnL>
                      <a:noFill/>
                    </a:lnL>
                    <a:lnR>
                      <a:noFill/>
                    </a:lnR>
                    <a:lnT>
                      <a:noFill/>
                    </a:lnT>
                    <a:lnB>
                      <a:noFill/>
                    </a:lnB>
                    <a:noFill/>
                  </a:tcPr>
                </a:tc>
                <a:tc>
                  <a:txBody>
                    <a:bodyPr/>
                    <a:lstStyle/>
                    <a:p>
                      <a:pPr>
                        <a:buNone/>
                      </a:pPr>
                      <a:r>
                        <a:rPr lang="en-US" sz="1400"/>
                        <a:t>1.3%</a:t>
                      </a:r>
                    </a:p>
                  </a:txBody>
                  <a:tcPr marL="72522" marR="72522" marT="36261" marB="36261" anchor="ctr">
                    <a:lnL>
                      <a:noFill/>
                    </a:lnL>
                    <a:lnR>
                      <a:noFill/>
                    </a:lnR>
                    <a:lnT>
                      <a:noFill/>
                    </a:lnT>
                    <a:lnB>
                      <a:noFill/>
                    </a:lnB>
                    <a:noFill/>
                  </a:tcPr>
                </a:tc>
                <a:tc>
                  <a:txBody>
                    <a:bodyPr/>
                    <a:lstStyle/>
                    <a:p>
                      <a:pPr>
                        <a:buNone/>
                      </a:pPr>
                      <a:r>
                        <a:rPr lang="en-US" sz="1400"/>
                        <a:t>78,900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324712035"/>
                  </a:ext>
                </a:extLst>
              </a:tr>
              <a:tr h="242250">
                <a:tc>
                  <a:txBody>
                    <a:bodyPr/>
                    <a:lstStyle/>
                    <a:p>
                      <a:pPr>
                        <a:buNone/>
                      </a:pPr>
                      <a:r>
                        <a:rPr lang="en-US" sz="1400"/>
                        <a:t>Replay</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99.7%</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0.3%</a:t>
                      </a:r>
                    </a:p>
                  </a:txBody>
                  <a:tcPr marL="72522" marR="72522" marT="36261" marB="36261" anchor="ctr">
                    <a:lnL>
                      <a:noFill/>
                    </a:lnL>
                    <a:lnR>
                      <a:noFill/>
                    </a:lnR>
                    <a:lnT>
                      <a:noFill/>
                    </a:lnT>
                    <a:lnB>
                      <a:noFill/>
                    </a:lnB>
                    <a:noFill/>
                  </a:tcPr>
                </a:tc>
                <a:tc>
                  <a:txBody>
                    <a:bodyPr/>
                    <a:lstStyle/>
                    <a:p>
                      <a:pPr>
                        <a:buNone/>
                      </a:pPr>
                      <a:r>
                        <a:rPr lang="en-US" sz="1400"/>
                        <a:t>98.7%</a:t>
                      </a:r>
                    </a:p>
                  </a:txBody>
                  <a:tcPr marL="72522" marR="72522" marT="36261" marB="36261" anchor="ctr">
                    <a:lnL>
                      <a:noFill/>
                    </a:lnL>
                    <a:lnR>
                      <a:noFill/>
                    </a:lnR>
                    <a:lnT>
                      <a:noFill/>
                    </a:lnT>
                    <a:lnB>
                      <a:noFill/>
                    </a:lnB>
                    <a:noFill/>
                  </a:tcPr>
                </a:tc>
                <a:tc>
                  <a:txBody>
                    <a:bodyPr/>
                    <a:lstStyle/>
                    <a:p>
                      <a:pPr>
                        <a:buNone/>
                      </a:pPr>
                      <a:r>
                        <a:rPr lang="en-US" sz="1400"/>
                        <a:t>1.3%</a:t>
                      </a:r>
                    </a:p>
                  </a:txBody>
                  <a:tcPr marL="72522" marR="72522" marT="36261" marB="36261" anchor="ctr">
                    <a:lnL>
                      <a:noFill/>
                    </a:lnL>
                    <a:lnR>
                      <a:noFill/>
                    </a:lnR>
                    <a:lnT>
                      <a:noFill/>
                    </a:lnT>
                    <a:lnB>
                      <a:noFill/>
                    </a:lnB>
                    <a:noFill/>
                  </a:tcPr>
                </a:tc>
                <a:tc>
                  <a:txBody>
                    <a:bodyPr/>
                    <a:lstStyle/>
                    <a:p>
                      <a:pPr>
                        <a:buNone/>
                      </a:pPr>
                      <a:r>
                        <a:rPr lang="en-US" sz="1400"/>
                        <a:t>88,000</a:t>
                      </a:r>
                    </a:p>
                  </a:txBody>
                  <a:tcPr marL="72522" marR="72522" marT="36261" marB="36261" anchor="ctr">
                    <a:lnL>
                      <a:noFill/>
                    </a:lnL>
                    <a:lnR>
                      <a:noFill/>
                    </a:lnR>
                    <a:lnT>
                      <a:noFill/>
                    </a:lnT>
                    <a:lnB>
                      <a:noFill/>
                    </a:lnB>
                    <a:noFill/>
                  </a:tcPr>
                </a:tc>
                <a:extLst>
                  <a:ext uri="{0D108BD9-81ED-4DB2-BD59-A6C34878D82A}">
                    <a16:rowId xmlns:a16="http://schemas.microsoft.com/office/drawing/2014/main" val="838167173"/>
                  </a:ext>
                </a:extLst>
              </a:tr>
              <a:tr h="423938">
                <a:tc>
                  <a:txBody>
                    <a:bodyPr/>
                    <a:lstStyle/>
                    <a:p>
                      <a:pPr>
                        <a:buNone/>
                      </a:pPr>
                      <a:r>
                        <a:rPr lang="en-US" sz="1400"/>
                        <a:t>Eavesdropping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98.7%</a:t>
                      </a:r>
                    </a:p>
                  </a:txBody>
                  <a:tcPr marL="72522" marR="72522" marT="36261" marB="36261" anchor="ctr">
                    <a:lnL>
                      <a:noFill/>
                    </a:lnL>
                    <a:lnR>
                      <a:noFill/>
                    </a:lnR>
                    <a:lnT>
                      <a:noFill/>
                    </a:lnT>
                    <a:lnB>
                      <a:noFill/>
                    </a:lnB>
                    <a:noFill/>
                  </a:tcPr>
                </a:tc>
                <a:tc>
                  <a:txBody>
                    <a:bodyPr/>
                    <a:lstStyle/>
                    <a:p>
                      <a:pPr>
                        <a:buNone/>
                      </a:pPr>
                      <a:r>
                        <a:rPr lang="en-US" sz="1400"/>
                        <a:t>1.3%</a:t>
                      </a:r>
                    </a:p>
                  </a:txBody>
                  <a:tcPr marL="72522" marR="72522" marT="36261" marB="36261" anchor="ctr">
                    <a:lnL>
                      <a:noFill/>
                    </a:lnL>
                    <a:lnR>
                      <a:noFill/>
                    </a:lnR>
                    <a:lnT>
                      <a:noFill/>
                    </a:lnT>
                    <a:lnB>
                      <a:noFill/>
                    </a:lnB>
                    <a:noFill/>
                  </a:tcPr>
                </a:tc>
                <a:tc>
                  <a:txBody>
                    <a:bodyPr/>
                    <a:lstStyle/>
                    <a:p>
                      <a:pPr>
                        <a:buNone/>
                      </a:pPr>
                      <a:r>
                        <a:rPr lang="en-US" sz="1400"/>
                        <a:t>109,100</a:t>
                      </a:r>
                    </a:p>
                  </a:txBody>
                  <a:tcPr marL="72522" marR="72522" marT="36261" marB="36261" anchor="ctr">
                    <a:lnL>
                      <a:noFill/>
                    </a:lnL>
                    <a:lnR>
                      <a:noFill/>
                    </a:lnR>
                    <a:lnT>
                      <a:noFill/>
                    </a:lnT>
                    <a:lnB>
                      <a:noFill/>
                    </a:lnB>
                    <a:noFill/>
                  </a:tcPr>
                </a:tc>
                <a:extLst>
                  <a:ext uri="{0D108BD9-81ED-4DB2-BD59-A6C34878D82A}">
                    <a16:rowId xmlns:a16="http://schemas.microsoft.com/office/drawing/2014/main" val="4140665874"/>
                  </a:ext>
                </a:extLst>
              </a:tr>
              <a:tr h="423938">
                <a:tc>
                  <a:txBody>
                    <a:bodyPr/>
                    <a:lstStyle/>
                    <a:p>
                      <a:pPr>
                        <a:buNone/>
                      </a:pPr>
                      <a:r>
                        <a:rPr lang="en-US" sz="1400"/>
                        <a:t>GPS spoofing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98.7%</a:t>
                      </a:r>
                    </a:p>
                  </a:txBody>
                  <a:tcPr marL="72522" marR="72522" marT="36261" marB="36261" anchor="ctr">
                    <a:lnL>
                      <a:noFill/>
                    </a:lnL>
                    <a:lnR>
                      <a:noFill/>
                    </a:lnR>
                    <a:lnT>
                      <a:noFill/>
                    </a:lnT>
                    <a:lnB>
                      <a:noFill/>
                    </a:lnB>
                    <a:noFill/>
                  </a:tcPr>
                </a:tc>
                <a:tc>
                  <a:txBody>
                    <a:bodyPr/>
                    <a:lstStyle/>
                    <a:p>
                      <a:pPr>
                        <a:buNone/>
                      </a:pPr>
                      <a:r>
                        <a:rPr lang="en-US" sz="1400"/>
                        <a:t>1.3%</a:t>
                      </a:r>
                    </a:p>
                  </a:txBody>
                  <a:tcPr marL="72522" marR="72522" marT="36261" marB="36261" anchor="ctr">
                    <a:lnL>
                      <a:noFill/>
                    </a:lnL>
                    <a:lnR>
                      <a:noFill/>
                    </a:lnR>
                    <a:lnT>
                      <a:noFill/>
                    </a:lnT>
                    <a:lnB>
                      <a:noFill/>
                    </a:lnB>
                    <a:noFill/>
                  </a:tcPr>
                </a:tc>
                <a:tc>
                  <a:txBody>
                    <a:bodyPr/>
                    <a:lstStyle/>
                    <a:p>
                      <a:pPr>
                        <a:buNone/>
                      </a:pPr>
                      <a:r>
                        <a:rPr lang="en-US" sz="1400"/>
                        <a:t>92,600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638356625"/>
                  </a:ext>
                </a:extLst>
              </a:tr>
              <a:tr h="423938">
                <a:tc>
                  <a:txBody>
                    <a:bodyPr/>
                    <a:lstStyle/>
                    <a:p>
                      <a:pPr>
                        <a:buNone/>
                      </a:pPr>
                      <a:r>
                        <a:rPr lang="en-US" sz="1400"/>
                        <a:t>RF jamming</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34.6%</a:t>
                      </a:r>
                    </a:p>
                  </a:txBody>
                  <a:tcPr marL="72522" marR="72522" marT="36261" marB="36261" anchor="ctr">
                    <a:lnL>
                      <a:noFill/>
                    </a:lnL>
                    <a:lnR>
                      <a:noFill/>
                    </a:lnR>
                    <a:lnT>
                      <a:noFill/>
                    </a:lnT>
                    <a:lnB>
                      <a:noFill/>
                    </a:lnB>
                    <a:noFill/>
                  </a:tcPr>
                </a:tc>
                <a:tc>
                  <a:txBody>
                    <a:bodyPr/>
                    <a:lstStyle/>
                    <a:p>
                      <a:pPr>
                        <a:buNone/>
                      </a:pPr>
                      <a:r>
                        <a:rPr lang="en-US" sz="1400"/>
                        <a:t>65.4%</a:t>
                      </a:r>
                    </a:p>
                  </a:txBody>
                  <a:tcPr marL="72522" marR="72522" marT="36261" marB="36261" anchor="ctr">
                    <a:lnL>
                      <a:noFill/>
                    </a:lnL>
                    <a:lnR>
                      <a:noFill/>
                    </a:lnR>
                    <a:lnT>
                      <a:noFill/>
                    </a:lnT>
                    <a:lnB>
                      <a:noFill/>
                    </a:lnB>
                    <a:noFill/>
                  </a:tcPr>
                </a:tc>
                <a:tc>
                  <a:txBody>
                    <a:bodyPr/>
                    <a:lstStyle/>
                    <a:p>
                      <a:pPr>
                        <a:buNone/>
                      </a:pPr>
                      <a:r>
                        <a:rPr lang="en-US" sz="1400"/>
                        <a:t>55,100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779521595"/>
                  </a:ext>
                </a:extLst>
              </a:tr>
              <a:tr h="423938">
                <a:tc>
                  <a:txBody>
                    <a:bodyPr/>
                    <a:lstStyle/>
                    <a:p>
                      <a:pPr>
                        <a:buNone/>
                      </a:pPr>
                      <a:r>
                        <a:rPr lang="en-US" sz="1400"/>
                        <a:t>CLI injection</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98.7%</a:t>
                      </a:r>
                    </a:p>
                  </a:txBody>
                  <a:tcPr marL="72522" marR="72522" marT="36261" marB="36261" anchor="ctr">
                    <a:lnL>
                      <a:noFill/>
                    </a:lnL>
                    <a:lnR>
                      <a:noFill/>
                    </a:lnR>
                    <a:lnT>
                      <a:noFill/>
                    </a:lnT>
                    <a:lnB>
                      <a:noFill/>
                    </a:lnB>
                    <a:noFill/>
                  </a:tcPr>
                </a:tc>
                <a:tc>
                  <a:txBody>
                    <a:bodyPr/>
                    <a:lstStyle/>
                    <a:p>
                      <a:pPr>
                        <a:buNone/>
                      </a:pPr>
                      <a:r>
                        <a:rPr lang="en-US" sz="1400"/>
                        <a:t>1.3%</a:t>
                      </a:r>
                    </a:p>
                  </a:txBody>
                  <a:tcPr marL="72522" marR="72522" marT="36261" marB="36261" anchor="ctr">
                    <a:lnL>
                      <a:noFill/>
                    </a:lnL>
                    <a:lnR>
                      <a:noFill/>
                    </a:lnR>
                    <a:lnT>
                      <a:noFill/>
                    </a:lnT>
                    <a:lnB>
                      <a:noFill/>
                    </a:lnB>
                    <a:noFill/>
                  </a:tcPr>
                </a:tc>
                <a:tc>
                  <a:txBody>
                    <a:bodyPr/>
                    <a:lstStyle/>
                    <a:p>
                      <a:pPr>
                        <a:buNone/>
                      </a:pPr>
                      <a:r>
                        <a:rPr lang="en-US" sz="1400"/>
                        <a:t>96,600</a:t>
                      </a:r>
                    </a:p>
                  </a:txBody>
                  <a:tcPr marL="72522" marR="72522" marT="36261" marB="36261" anchor="ctr">
                    <a:lnL>
                      <a:noFill/>
                    </a:lnL>
                    <a:lnR>
                      <a:noFill/>
                    </a:lnR>
                    <a:lnT>
                      <a:noFill/>
                    </a:lnT>
                    <a:lnB>
                      <a:noFill/>
                    </a:lnB>
                    <a:noFill/>
                  </a:tcPr>
                </a:tc>
                <a:extLst>
                  <a:ext uri="{0D108BD9-81ED-4DB2-BD59-A6C34878D82A}">
                    <a16:rowId xmlns:a16="http://schemas.microsoft.com/office/drawing/2014/main" val="524205000"/>
                  </a:ext>
                </a:extLst>
              </a:tr>
              <a:tr h="423938">
                <a:tc>
                  <a:txBody>
                    <a:bodyPr/>
                    <a:lstStyle/>
                    <a:p>
                      <a:pPr>
                        <a:buNone/>
                      </a:pPr>
                      <a:r>
                        <a:rPr lang="en-US" sz="1400"/>
                        <a:t>Token brute force</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98.7%</a:t>
                      </a:r>
                    </a:p>
                  </a:txBody>
                  <a:tcPr marL="72522" marR="72522" marT="36261" marB="36261" anchor="ctr">
                    <a:lnL>
                      <a:noFill/>
                    </a:lnL>
                    <a:lnR>
                      <a:noFill/>
                    </a:lnR>
                    <a:lnT>
                      <a:noFill/>
                    </a:lnT>
                    <a:lnB>
                      <a:noFill/>
                    </a:lnB>
                    <a:noFill/>
                  </a:tcPr>
                </a:tc>
                <a:tc>
                  <a:txBody>
                    <a:bodyPr/>
                    <a:lstStyle/>
                    <a:p>
                      <a:pPr>
                        <a:buNone/>
                      </a:pPr>
                      <a:r>
                        <a:rPr lang="en-US" sz="1400"/>
                        <a:t>1.3%</a:t>
                      </a:r>
                    </a:p>
                  </a:txBody>
                  <a:tcPr marL="72522" marR="72522" marT="36261" marB="36261" anchor="ctr">
                    <a:lnL>
                      <a:noFill/>
                    </a:lnL>
                    <a:lnR>
                      <a:noFill/>
                    </a:lnR>
                    <a:lnT>
                      <a:noFill/>
                    </a:lnT>
                    <a:lnB>
                      <a:noFill/>
                    </a:lnB>
                    <a:noFill/>
                  </a:tcPr>
                </a:tc>
                <a:tc>
                  <a:txBody>
                    <a:bodyPr/>
                    <a:lstStyle/>
                    <a:p>
                      <a:pPr>
                        <a:buNone/>
                      </a:pPr>
                      <a:r>
                        <a:rPr lang="en-US" sz="1400"/>
                        <a:t>106,800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301972943"/>
                  </a:ext>
                </a:extLst>
              </a:tr>
              <a:tr h="605626">
                <a:tc>
                  <a:txBody>
                    <a:bodyPr/>
                    <a:lstStyle/>
                    <a:p>
                      <a:pPr>
                        <a:buNone/>
                      </a:pPr>
                      <a:r>
                        <a:rPr lang="en-US" sz="1400"/>
                        <a:t>Endpoint compromise</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0.1%</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99.6%</a:t>
                      </a:r>
                    </a:p>
                  </a:txBody>
                  <a:tcPr marL="72522" marR="72522" marT="36261" marB="36261" anchor="ctr">
                    <a:lnL>
                      <a:noFill/>
                    </a:lnL>
                    <a:lnR>
                      <a:noFill/>
                    </a:lnR>
                    <a:lnT>
                      <a:noFill/>
                    </a:lnT>
                    <a:lnB>
                      <a:noFill/>
                    </a:lnB>
                    <a:noFill/>
                  </a:tcPr>
                </a:tc>
                <a:tc>
                  <a:txBody>
                    <a:bodyPr/>
                    <a:lstStyle/>
                    <a:p>
                      <a:pPr>
                        <a:buNone/>
                      </a:pPr>
                      <a:r>
                        <a:rPr lang="en-US" sz="1400"/>
                        <a:t>0.4%</a:t>
                      </a:r>
                    </a:p>
                  </a:txBody>
                  <a:tcPr marL="72522" marR="72522" marT="36261" marB="36261" anchor="ctr">
                    <a:lnL>
                      <a:noFill/>
                    </a:lnL>
                    <a:lnR>
                      <a:noFill/>
                    </a:lnR>
                    <a:lnT>
                      <a:noFill/>
                    </a:lnT>
                    <a:lnB>
                      <a:noFill/>
                    </a:lnB>
                    <a:noFill/>
                  </a:tcPr>
                </a:tc>
                <a:tc>
                  <a:txBody>
                    <a:bodyPr/>
                    <a:lstStyle/>
                    <a:p>
                      <a:pPr>
                        <a:buNone/>
                      </a:pPr>
                      <a:r>
                        <a:rPr lang="en-US" sz="1400"/>
                        <a:t>96,700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30481565"/>
                  </a:ext>
                </a:extLst>
              </a:tr>
            </a:tbl>
          </a:graphicData>
        </a:graphic>
      </p:graphicFrame>
    </p:spTree>
    <p:extLst>
      <p:ext uri="{BB962C8B-B14F-4D97-AF65-F5344CB8AC3E}">
        <p14:creationId xmlns:p14="http://schemas.microsoft.com/office/powerpoint/2010/main" val="1292605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01D01-DD41-9908-F7DB-CDFDC2497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63100-B7C6-C574-26EA-45B1CB5E65C4}"/>
              </a:ext>
            </a:extLst>
          </p:cNvPr>
          <p:cNvSpPr>
            <a:spLocks noGrp="1"/>
          </p:cNvSpPr>
          <p:nvPr>
            <p:ph type="title"/>
          </p:nvPr>
        </p:nvSpPr>
        <p:spPr>
          <a:xfrm>
            <a:off x="840184" y="511873"/>
            <a:ext cx="10511627" cy="1012785"/>
          </a:xfrm>
        </p:spPr>
        <p:txBody>
          <a:bodyPr/>
          <a:lstStyle/>
          <a:p>
            <a:r>
              <a:rPr lang="en-US"/>
              <a:t>64 node swarm</a:t>
            </a:r>
          </a:p>
        </p:txBody>
      </p:sp>
      <p:sp>
        <p:nvSpPr>
          <p:cNvPr id="3" name="Slide Number Placeholder 2">
            <a:extLst>
              <a:ext uri="{FF2B5EF4-FFF2-40B4-BE49-F238E27FC236}">
                <a16:creationId xmlns:a16="http://schemas.microsoft.com/office/drawing/2014/main" id="{CD104E31-4286-E585-D062-312F946CAF4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19</a:t>
            </a:fld>
            <a:endParaRPr lang="en-US"/>
          </a:p>
        </p:txBody>
      </p:sp>
      <p:graphicFrame>
        <p:nvGraphicFramePr>
          <p:cNvPr id="5" name="Table 4">
            <a:extLst>
              <a:ext uri="{FF2B5EF4-FFF2-40B4-BE49-F238E27FC236}">
                <a16:creationId xmlns:a16="http://schemas.microsoft.com/office/drawing/2014/main" id="{C05BB324-262D-DAED-1B9E-1F43D202063F}"/>
              </a:ext>
            </a:extLst>
          </p:cNvPr>
          <p:cNvGraphicFramePr>
            <a:graphicFrameLocks noGrp="1"/>
          </p:cNvGraphicFramePr>
          <p:nvPr>
            <p:extLst>
              <p:ext uri="{D42A27DB-BD31-4B8C-83A1-F6EECF244321}">
                <p14:modId xmlns:p14="http://schemas.microsoft.com/office/powerpoint/2010/main" val="3704423017"/>
              </p:ext>
            </p:extLst>
          </p:nvPr>
        </p:nvGraphicFramePr>
        <p:xfrm>
          <a:off x="1796372" y="2120630"/>
          <a:ext cx="8599253" cy="3869279"/>
        </p:xfrm>
        <a:graphic>
          <a:graphicData uri="http://schemas.openxmlformats.org/drawingml/2006/table">
            <a:tbl>
              <a:tblPr/>
              <a:tblGrid>
                <a:gridCol w="1463553">
                  <a:extLst>
                    <a:ext uri="{9D8B030D-6E8A-4147-A177-3AD203B41FA5}">
                      <a16:colId xmlns:a16="http://schemas.microsoft.com/office/drawing/2014/main" val="3015632588"/>
                    </a:ext>
                  </a:extLst>
                </a:gridCol>
                <a:gridCol w="969131">
                  <a:extLst>
                    <a:ext uri="{9D8B030D-6E8A-4147-A177-3AD203B41FA5}">
                      <a16:colId xmlns:a16="http://schemas.microsoft.com/office/drawing/2014/main" val="3992029577"/>
                    </a:ext>
                  </a:extLst>
                </a:gridCol>
                <a:gridCol w="969131">
                  <a:extLst>
                    <a:ext uri="{9D8B030D-6E8A-4147-A177-3AD203B41FA5}">
                      <a16:colId xmlns:a16="http://schemas.microsoft.com/office/drawing/2014/main" val="1538165091"/>
                    </a:ext>
                  </a:extLst>
                </a:gridCol>
                <a:gridCol w="969131">
                  <a:extLst>
                    <a:ext uri="{9D8B030D-6E8A-4147-A177-3AD203B41FA5}">
                      <a16:colId xmlns:a16="http://schemas.microsoft.com/office/drawing/2014/main" val="3151536050"/>
                    </a:ext>
                  </a:extLst>
                </a:gridCol>
                <a:gridCol w="969131">
                  <a:extLst>
                    <a:ext uri="{9D8B030D-6E8A-4147-A177-3AD203B41FA5}">
                      <a16:colId xmlns:a16="http://schemas.microsoft.com/office/drawing/2014/main" val="1861251634"/>
                    </a:ext>
                  </a:extLst>
                </a:gridCol>
                <a:gridCol w="969131">
                  <a:extLst>
                    <a:ext uri="{9D8B030D-6E8A-4147-A177-3AD203B41FA5}">
                      <a16:colId xmlns:a16="http://schemas.microsoft.com/office/drawing/2014/main" val="23852487"/>
                    </a:ext>
                  </a:extLst>
                </a:gridCol>
                <a:gridCol w="969131">
                  <a:extLst>
                    <a:ext uri="{9D8B030D-6E8A-4147-A177-3AD203B41FA5}">
                      <a16:colId xmlns:a16="http://schemas.microsoft.com/office/drawing/2014/main" val="1168565222"/>
                    </a:ext>
                  </a:extLst>
                </a:gridCol>
                <a:gridCol w="1320914">
                  <a:extLst>
                    <a:ext uri="{9D8B030D-6E8A-4147-A177-3AD203B41FA5}">
                      <a16:colId xmlns:a16="http://schemas.microsoft.com/office/drawing/2014/main" val="3408017113"/>
                    </a:ext>
                  </a:extLst>
                </a:gridCol>
              </a:tblGrid>
              <a:tr h="435287">
                <a:tc>
                  <a:txBody>
                    <a:bodyPr/>
                    <a:lstStyle/>
                    <a:p>
                      <a:pPr>
                        <a:buNone/>
                      </a:pPr>
                      <a:r>
                        <a:rPr lang="en-US" sz="1400"/>
                        <a:t>Attack</a:t>
                      </a:r>
                    </a:p>
                  </a:txBody>
                  <a:tcPr marL="72522" marR="72522" marT="36261" marB="36261" anchor="ctr">
                    <a:lnL>
                      <a:noFill/>
                    </a:lnL>
                    <a:lnR>
                      <a:noFill/>
                    </a:lnR>
                    <a:lnT>
                      <a:noFill/>
                    </a:lnT>
                    <a:lnB>
                      <a:noFill/>
                    </a:lnB>
                    <a:noFill/>
                  </a:tcPr>
                </a:tc>
                <a:tc>
                  <a:txBody>
                    <a:bodyPr/>
                    <a:lstStyle/>
                    <a:p>
                      <a:pPr>
                        <a:buNone/>
                      </a:pPr>
                      <a:r>
                        <a:rPr lang="en-US" sz="1400"/>
                        <a:t>ASR</a:t>
                      </a:r>
                    </a:p>
                  </a:txBody>
                  <a:tcPr marL="72522" marR="72522" marT="36261" marB="36261" anchor="ctr">
                    <a:lnL>
                      <a:noFill/>
                    </a:lnL>
                    <a:lnR>
                      <a:noFill/>
                    </a:lnR>
                    <a:lnT>
                      <a:noFill/>
                    </a:lnT>
                    <a:lnB>
                      <a:noFill/>
                    </a:lnB>
                    <a:noFill/>
                  </a:tcPr>
                </a:tc>
                <a:tc>
                  <a:txBody>
                    <a:bodyPr/>
                    <a:lstStyle/>
                    <a:p>
                      <a:pPr>
                        <a:buNone/>
                      </a:pPr>
                      <a:r>
                        <a:rPr lang="en-US" sz="1400"/>
                        <a:t>ADR</a:t>
                      </a:r>
                    </a:p>
                  </a:txBody>
                  <a:tcPr marL="72522" marR="72522" marT="36261" marB="36261" anchor="ctr">
                    <a:lnL>
                      <a:noFill/>
                    </a:lnL>
                    <a:lnR>
                      <a:noFill/>
                    </a:lnR>
                    <a:lnT>
                      <a:noFill/>
                    </a:lnT>
                    <a:lnB>
                      <a:noFill/>
                    </a:lnB>
                    <a:noFill/>
                  </a:tcPr>
                </a:tc>
                <a:tc>
                  <a:txBody>
                    <a:bodyPr/>
                    <a:lstStyle/>
                    <a:p>
                      <a:pPr>
                        <a:buNone/>
                      </a:pPr>
                      <a:r>
                        <a:rPr lang="en-US" sz="1400"/>
                        <a:t>FPR</a:t>
                      </a:r>
                    </a:p>
                  </a:txBody>
                  <a:tcPr marL="72522" marR="72522" marT="36261" marB="36261" anchor="ctr">
                    <a:lnL>
                      <a:noFill/>
                    </a:lnL>
                    <a:lnR>
                      <a:noFill/>
                    </a:lnR>
                    <a:lnT>
                      <a:noFill/>
                    </a:lnT>
                    <a:lnB>
                      <a:noFill/>
                    </a:lnB>
                    <a:noFill/>
                  </a:tcPr>
                </a:tc>
                <a:tc>
                  <a:txBody>
                    <a:bodyPr/>
                    <a:lstStyle/>
                    <a:p>
                      <a:pPr>
                        <a:buNone/>
                      </a:pPr>
                      <a:r>
                        <a:rPr lang="en-US" sz="1400"/>
                        <a:t>FNR</a:t>
                      </a:r>
                    </a:p>
                  </a:txBody>
                  <a:tcPr marL="72522" marR="72522" marT="36261" marB="36261" anchor="ctr">
                    <a:lnL>
                      <a:noFill/>
                    </a:lnL>
                    <a:lnR>
                      <a:noFill/>
                    </a:lnR>
                    <a:lnT>
                      <a:noFill/>
                    </a:lnT>
                    <a:lnB>
                      <a:noFill/>
                    </a:lnB>
                    <a:noFill/>
                  </a:tcPr>
                </a:tc>
                <a:tc>
                  <a:txBody>
                    <a:bodyPr/>
                    <a:lstStyle/>
                    <a:p>
                      <a:pPr>
                        <a:buNone/>
                      </a:pPr>
                      <a:r>
                        <a:rPr lang="en-US" sz="1400"/>
                        <a:t>PDR</a:t>
                      </a:r>
                    </a:p>
                  </a:txBody>
                  <a:tcPr marL="72522" marR="72522" marT="36261" marB="36261" anchor="ctr">
                    <a:lnL>
                      <a:noFill/>
                    </a:lnL>
                    <a:lnR>
                      <a:noFill/>
                    </a:lnR>
                    <a:lnT>
                      <a:noFill/>
                    </a:lnT>
                    <a:lnB>
                      <a:noFill/>
                    </a:lnB>
                    <a:noFill/>
                  </a:tcPr>
                </a:tc>
                <a:tc>
                  <a:txBody>
                    <a:bodyPr/>
                    <a:lstStyle/>
                    <a:p>
                      <a:pPr>
                        <a:buNone/>
                      </a:pPr>
                      <a:r>
                        <a:rPr lang="en-US" sz="1400"/>
                        <a:t>PLR</a:t>
                      </a:r>
                    </a:p>
                  </a:txBody>
                  <a:tcPr marL="72522" marR="72522" marT="36261" marB="36261" anchor="ctr">
                    <a:lnL>
                      <a:noFill/>
                    </a:lnL>
                    <a:lnR>
                      <a:noFill/>
                    </a:lnR>
                    <a:lnT>
                      <a:noFill/>
                    </a:lnT>
                    <a:lnB>
                      <a:noFill/>
                    </a:lnB>
                    <a:noFill/>
                  </a:tcPr>
                </a:tc>
                <a:tc>
                  <a:txBody>
                    <a:bodyPr/>
                    <a:lstStyle/>
                    <a:p>
                      <a:pPr>
                        <a:buNone/>
                      </a:pPr>
                      <a:r>
                        <a:rPr lang="en-US" sz="1400"/>
                        <a:t>Throughput/s</a:t>
                      </a:r>
                    </a:p>
                  </a:txBody>
                  <a:tcPr marL="72522" marR="72522" marT="36261" marB="36261" anchor="ctr">
                    <a:lnL>
                      <a:noFill/>
                    </a:lnL>
                    <a:lnR>
                      <a:noFill/>
                    </a:lnR>
                    <a:lnT>
                      <a:noFill/>
                    </a:lnT>
                    <a:lnB>
                      <a:noFill/>
                    </a:lnB>
                    <a:noFill/>
                  </a:tcPr>
                </a:tc>
                <a:extLst>
                  <a:ext uri="{0D108BD9-81ED-4DB2-BD59-A6C34878D82A}">
                    <a16:rowId xmlns:a16="http://schemas.microsoft.com/office/drawing/2014/main" val="1593190677"/>
                  </a:ext>
                </a:extLst>
              </a:tr>
              <a:tr h="248735">
                <a:tc>
                  <a:txBody>
                    <a:bodyPr/>
                    <a:lstStyle/>
                    <a:p>
                      <a:pPr>
                        <a:buNone/>
                      </a:pPr>
                      <a:r>
                        <a:rPr lang="en-US" sz="1400"/>
                        <a:t>MITM</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98.8%</a:t>
                      </a:r>
                    </a:p>
                  </a:txBody>
                  <a:tcPr marL="72522" marR="72522" marT="36261" marB="36261" anchor="ctr">
                    <a:lnL>
                      <a:noFill/>
                    </a:lnL>
                    <a:lnR>
                      <a:noFill/>
                    </a:lnR>
                    <a:lnT>
                      <a:noFill/>
                    </a:lnT>
                    <a:lnB>
                      <a:noFill/>
                    </a:lnB>
                    <a:noFill/>
                  </a:tcPr>
                </a:tc>
                <a:tc>
                  <a:txBody>
                    <a:bodyPr/>
                    <a:lstStyle/>
                    <a:p>
                      <a:pPr>
                        <a:buNone/>
                      </a:pPr>
                      <a:r>
                        <a:rPr lang="en-US" sz="1400"/>
                        <a:t>1.2%</a:t>
                      </a:r>
                    </a:p>
                  </a:txBody>
                  <a:tcPr marL="72522" marR="72522" marT="36261" marB="36261" anchor="ctr">
                    <a:lnL>
                      <a:noFill/>
                    </a:lnL>
                    <a:lnR>
                      <a:noFill/>
                    </a:lnR>
                    <a:lnT>
                      <a:noFill/>
                    </a:lnT>
                    <a:lnB>
                      <a:noFill/>
                    </a:lnB>
                    <a:noFill/>
                  </a:tcPr>
                </a:tc>
                <a:tc>
                  <a:txBody>
                    <a:bodyPr/>
                    <a:lstStyle/>
                    <a:p>
                      <a:pPr>
                        <a:buNone/>
                      </a:pPr>
                      <a:r>
                        <a:rPr lang="en-US" sz="1400"/>
                        <a:t>88,300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930165815"/>
                  </a:ext>
                </a:extLst>
              </a:tr>
              <a:tr h="248735">
                <a:tc>
                  <a:txBody>
                    <a:bodyPr/>
                    <a:lstStyle/>
                    <a:p>
                      <a:pPr>
                        <a:buNone/>
                      </a:pPr>
                      <a:r>
                        <a:rPr lang="en-US" sz="1400"/>
                        <a:t>Replay</a:t>
                      </a:r>
                    </a:p>
                  </a:txBody>
                  <a:tcPr marL="72522" marR="72522" marT="36261" marB="36261" anchor="ctr">
                    <a:lnL>
                      <a:noFill/>
                    </a:lnL>
                    <a:lnR>
                      <a:noFill/>
                    </a:lnR>
                    <a:lnT>
                      <a:noFill/>
                    </a:lnT>
                    <a:lnB>
                      <a:noFill/>
                    </a:lnB>
                    <a:noFill/>
                  </a:tcPr>
                </a:tc>
                <a:tc>
                  <a:txBody>
                    <a:bodyPr/>
                    <a:lstStyle/>
                    <a:p>
                      <a:pPr>
                        <a:buNone/>
                      </a:pPr>
                      <a:r>
                        <a:rPr lang="en-US" sz="1400"/>
                        <a:t>0.5%</a:t>
                      </a:r>
                    </a:p>
                  </a:txBody>
                  <a:tcPr marL="72522" marR="72522" marT="36261" marB="36261" anchor="ctr">
                    <a:lnL>
                      <a:noFill/>
                    </a:lnL>
                    <a:lnR>
                      <a:noFill/>
                    </a:lnR>
                    <a:lnT>
                      <a:noFill/>
                    </a:lnT>
                    <a:lnB>
                      <a:noFill/>
                    </a:lnB>
                    <a:noFill/>
                  </a:tcPr>
                </a:tc>
                <a:tc>
                  <a:txBody>
                    <a:bodyPr/>
                    <a:lstStyle/>
                    <a:p>
                      <a:pPr>
                        <a:buNone/>
                      </a:pPr>
                      <a:r>
                        <a:rPr lang="en-US" sz="1400"/>
                        <a:t>99.5%</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0.5%</a:t>
                      </a:r>
                    </a:p>
                  </a:txBody>
                  <a:tcPr marL="72522" marR="72522" marT="36261" marB="36261" anchor="ctr">
                    <a:lnL>
                      <a:noFill/>
                    </a:lnL>
                    <a:lnR>
                      <a:noFill/>
                    </a:lnR>
                    <a:lnT>
                      <a:noFill/>
                    </a:lnT>
                    <a:lnB>
                      <a:noFill/>
                    </a:lnB>
                    <a:noFill/>
                  </a:tcPr>
                </a:tc>
                <a:tc>
                  <a:txBody>
                    <a:bodyPr/>
                    <a:lstStyle/>
                    <a:p>
                      <a:pPr>
                        <a:buNone/>
                      </a:pPr>
                      <a:r>
                        <a:rPr lang="en-US" sz="1400"/>
                        <a:t>98.8%</a:t>
                      </a:r>
                    </a:p>
                  </a:txBody>
                  <a:tcPr marL="72522" marR="72522" marT="36261" marB="36261" anchor="ctr">
                    <a:lnL>
                      <a:noFill/>
                    </a:lnL>
                    <a:lnR>
                      <a:noFill/>
                    </a:lnR>
                    <a:lnT>
                      <a:noFill/>
                    </a:lnT>
                    <a:lnB>
                      <a:noFill/>
                    </a:lnB>
                    <a:noFill/>
                  </a:tcPr>
                </a:tc>
                <a:tc>
                  <a:txBody>
                    <a:bodyPr/>
                    <a:lstStyle/>
                    <a:p>
                      <a:pPr>
                        <a:buNone/>
                      </a:pPr>
                      <a:r>
                        <a:rPr lang="en-US" sz="1400"/>
                        <a:t>1.2%</a:t>
                      </a:r>
                    </a:p>
                  </a:txBody>
                  <a:tcPr marL="72522" marR="72522" marT="36261" marB="36261" anchor="ctr">
                    <a:lnL>
                      <a:noFill/>
                    </a:lnL>
                    <a:lnR>
                      <a:noFill/>
                    </a:lnR>
                    <a:lnT>
                      <a:noFill/>
                    </a:lnT>
                    <a:lnB>
                      <a:noFill/>
                    </a:lnB>
                    <a:noFill/>
                  </a:tcPr>
                </a:tc>
                <a:tc>
                  <a:txBody>
                    <a:bodyPr/>
                    <a:lstStyle/>
                    <a:p>
                      <a:pPr>
                        <a:buNone/>
                      </a:pPr>
                      <a:r>
                        <a:rPr lang="en-US" sz="1400"/>
                        <a:t>98,800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205328917"/>
                  </a:ext>
                </a:extLst>
              </a:tr>
              <a:tr h="435287">
                <a:tc>
                  <a:txBody>
                    <a:bodyPr/>
                    <a:lstStyle/>
                    <a:p>
                      <a:pPr>
                        <a:buNone/>
                      </a:pPr>
                      <a:r>
                        <a:rPr lang="en-US" sz="1400"/>
                        <a:t>Eavesdropping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98.8%</a:t>
                      </a:r>
                    </a:p>
                  </a:txBody>
                  <a:tcPr marL="72522" marR="72522" marT="36261" marB="36261" anchor="ctr">
                    <a:lnL>
                      <a:noFill/>
                    </a:lnL>
                    <a:lnR>
                      <a:noFill/>
                    </a:lnR>
                    <a:lnT>
                      <a:noFill/>
                    </a:lnT>
                    <a:lnB>
                      <a:noFill/>
                    </a:lnB>
                    <a:noFill/>
                  </a:tcPr>
                </a:tc>
                <a:tc>
                  <a:txBody>
                    <a:bodyPr/>
                    <a:lstStyle/>
                    <a:p>
                      <a:pPr>
                        <a:buNone/>
                      </a:pPr>
                      <a:r>
                        <a:rPr lang="en-US" sz="1400"/>
                        <a:t>1.2%</a:t>
                      </a:r>
                    </a:p>
                  </a:txBody>
                  <a:tcPr marL="72522" marR="72522" marT="36261" marB="36261" anchor="ctr">
                    <a:lnL>
                      <a:noFill/>
                    </a:lnL>
                    <a:lnR>
                      <a:noFill/>
                    </a:lnR>
                    <a:lnT>
                      <a:noFill/>
                    </a:lnT>
                    <a:lnB>
                      <a:noFill/>
                    </a:lnB>
                    <a:noFill/>
                  </a:tcPr>
                </a:tc>
                <a:tc>
                  <a:txBody>
                    <a:bodyPr/>
                    <a:lstStyle/>
                    <a:p>
                      <a:pPr>
                        <a:buNone/>
                      </a:pPr>
                      <a:r>
                        <a:rPr lang="en-US" sz="1400"/>
                        <a:t>115,800</a:t>
                      </a:r>
                    </a:p>
                  </a:txBody>
                  <a:tcPr marL="72522" marR="72522" marT="36261" marB="36261" anchor="ctr">
                    <a:lnL>
                      <a:noFill/>
                    </a:lnL>
                    <a:lnR>
                      <a:noFill/>
                    </a:lnR>
                    <a:lnT>
                      <a:noFill/>
                    </a:lnT>
                    <a:lnB>
                      <a:noFill/>
                    </a:lnB>
                    <a:noFill/>
                  </a:tcPr>
                </a:tc>
                <a:extLst>
                  <a:ext uri="{0D108BD9-81ED-4DB2-BD59-A6C34878D82A}">
                    <a16:rowId xmlns:a16="http://schemas.microsoft.com/office/drawing/2014/main" val="785290980"/>
                  </a:ext>
                </a:extLst>
              </a:tr>
              <a:tr h="435287">
                <a:tc>
                  <a:txBody>
                    <a:bodyPr/>
                    <a:lstStyle/>
                    <a:p>
                      <a:pPr>
                        <a:buNone/>
                      </a:pPr>
                      <a:r>
                        <a:rPr lang="en-US" sz="1400"/>
                        <a:t>GPS spoofing</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98.8%</a:t>
                      </a:r>
                    </a:p>
                  </a:txBody>
                  <a:tcPr marL="72522" marR="72522" marT="36261" marB="36261" anchor="ctr">
                    <a:lnL>
                      <a:noFill/>
                    </a:lnL>
                    <a:lnR>
                      <a:noFill/>
                    </a:lnR>
                    <a:lnT>
                      <a:noFill/>
                    </a:lnT>
                    <a:lnB>
                      <a:noFill/>
                    </a:lnB>
                    <a:noFill/>
                  </a:tcPr>
                </a:tc>
                <a:tc>
                  <a:txBody>
                    <a:bodyPr/>
                    <a:lstStyle/>
                    <a:p>
                      <a:pPr>
                        <a:buNone/>
                      </a:pPr>
                      <a:r>
                        <a:rPr lang="en-US" sz="1400"/>
                        <a:t>1.2%</a:t>
                      </a:r>
                    </a:p>
                  </a:txBody>
                  <a:tcPr marL="72522" marR="72522" marT="36261" marB="36261" anchor="ctr">
                    <a:lnL>
                      <a:noFill/>
                    </a:lnL>
                    <a:lnR>
                      <a:noFill/>
                    </a:lnR>
                    <a:lnT>
                      <a:noFill/>
                    </a:lnT>
                    <a:lnB>
                      <a:noFill/>
                    </a:lnB>
                    <a:noFill/>
                  </a:tcPr>
                </a:tc>
                <a:tc>
                  <a:txBody>
                    <a:bodyPr/>
                    <a:lstStyle/>
                    <a:p>
                      <a:pPr>
                        <a:buNone/>
                      </a:pPr>
                      <a:r>
                        <a:rPr lang="en-US" sz="1400"/>
                        <a:t>100,300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1827191973"/>
                  </a:ext>
                </a:extLst>
              </a:tr>
              <a:tr h="435287">
                <a:tc>
                  <a:txBody>
                    <a:bodyPr/>
                    <a:lstStyle/>
                    <a:p>
                      <a:pPr>
                        <a:buNone/>
                      </a:pPr>
                      <a:r>
                        <a:rPr lang="en-US" sz="1400"/>
                        <a:t>RF jamming</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34.3%</a:t>
                      </a:r>
                    </a:p>
                  </a:txBody>
                  <a:tcPr marL="72522" marR="72522" marT="36261" marB="36261" anchor="ctr">
                    <a:lnL>
                      <a:noFill/>
                    </a:lnL>
                    <a:lnR>
                      <a:noFill/>
                    </a:lnR>
                    <a:lnT>
                      <a:noFill/>
                    </a:lnT>
                    <a:lnB>
                      <a:noFill/>
                    </a:lnB>
                    <a:noFill/>
                  </a:tcPr>
                </a:tc>
                <a:tc>
                  <a:txBody>
                    <a:bodyPr/>
                    <a:lstStyle/>
                    <a:p>
                      <a:pPr>
                        <a:buNone/>
                      </a:pPr>
                      <a:r>
                        <a:rPr lang="en-US" sz="1400"/>
                        <a:t>65.7%</a:t>
                      </a:r>
                    </a:p>
                  </a:txBody>
                  <a:tcPr marL="72522" marR="72522" marT="36261" marB="36261" anchor="ctr">
                    <a:lnL>
                      <a:noFill/>
                    </a:lnL>
                    <a:lnR>
                      <a:noFill/>
                    </a:lnR>
                    <a:lnT>
                      <a:noFill/>
                    </a:lnT>
                    <a:lnB>
                      <a:noFill/>
                    </a:lnB>
                    <a:noFill/>
                  </a:tcPr>
                </a:tc>
                <a:tc>
                  <a:txBody>
                    <a:bodyPr/>
                    <a:lstStyle/>
                    <a:p>
                      <a:pPr>
                        <a:buNone/>
                      </a:pPr>
                      <a:r>
                        <a:rPr lang="en-US" sz="1400"/>
                        <a:t>59,300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3953573816"/>
                  </a:ext>
                </a:extLst>
              </a:tr>
              <a:tr h="435287">
                <a:tc>
                  <a:txBody>
                    <a:bodyPr/>
                    <a:lstStyle/>
                    <a:p>
                      <a:pPr>
                        <a:buNone/>
                      </a:pPr>
                      <a:r>
                        <a:rPr lang="en-US" sz="1400"/>
                        <a:t>CLI injection</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98.8%</a:t>
                      </a:r>
                    </a:p>
                  </a:txBody>
                  <a:tcPr marL="72522" marR="72522" marT="36261" marB="36261" anchor="ctr">
                    <a:lnL>
                      <a:noFill/>
                    </a:lnL>
                    <a:lnR>
                      <a:noFill/>
                    </a:lnR>
                    <a:lnT>
                      <a:noFill/>
                    </a:lnT>
                    <a:lnB>
                      <a:noFill/>
                    </a:lnB>
                    <a:noFill/>
                  </a:tcPr>
                </a:tc>
                <a:tc>
                  <a:txBody>
                    <a:bodyPr/>
                    <a:lstStyle/>
                    <a:p>
                      <a:pPr>
                        <a:buNone/>
                      </a:pPr>
                      <a:r>
                        <a:rPr lang="en-US" sz="1400"/>
                        <a:t>1.2%</a:t>
                      </a:r>
                    </a:p>
                  </a:txBody>
                  <a:tcPr marL="72522" marR="72522" marT="36261" marB="36261" anchor="ctr">
                    <a:lnL>
                      <a:noFill/>
                    </a:lnL>
                    <a:lnR>
                      <a:noFill/>
                    </a:lnR>
                    <a:lnT>
                      <a:noFill/>
                    </a:lnT>
                    <a:lnB>
                      <a:noFill/>
                    </a:lnB>
                    <a:noFill/>
                  </a:tcPr>
                </a:tc>
                <a:tc>
                  <a:txBody>
                    <a:bodyPr/>
                    <a:lstStyle/>
                    <a:p>
                      <a:pPr>
                        <a:buNone/>
                      </a:pPr>
                      <a:r>
                        <a:rPr lang="en-US" sz="1400"/>
                        <a:t>99,300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2576478251"/>
                  </a:ext>
                </a:extLst>
              </a:tr>
              <a:tr h="435287">
                <a:tc>
                  <a:txBody>
                    <a:bodyPr/>
                    <a:lstStyle/>
                    <a:p>
                      <a:pPr>
                        <a:buNone/>
                      </a:pPr>
                      <a:r>
                        <a:rPr lang="en-US" sz="1400"/>
                        <a:t>Token brute force</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0.2%</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98.8%</a:t>
                      </a:r>
                    </a:p>
                  </a:txBody>
                  <a:tcPr marL="72522" marR="72522" marT="36261" marB="36261" anchor="ctr">
                    <a:lnL>
                      <a:noFill/>
                    </a:lnL>
                    <a:lnR>
                      <a:noFill/>
                    </a:lnR>
                    <a:lnT>
                      <a:noFill/>
                    </a:lnT>
                    <a:lnB>
                      <a:noFill/>
                    </a:lnB>
                    <a:noFill/>
                  </a:tcPr>
                </a:tc>
                <a:tc>
                  <a:txBody>
                    <a:bodyPr/>
                    <a:lstStyle/>
                    <a:p>
                      <a:pPr>
                        <a:buNone/>
                      </a:pPr>
                      <a:r>
                        <a:rPr lang="en-US" sz="1400"/>
                        <a:t>1.2%</a:t>
                      </a:r>
                    </a:p>
                  </a:txBody>
                  <a:tcPr marL="72522" marR="72522" marT="36261" marB="36261" anchor="ctr">
                    <a:lnL>
                      <a:noFill/>
                    </a:lnL>
                    <a:lnR>
                      <a:noFill/>
                    </a:lnR>
                    <a:lnT>
                      <a:noFill/>
                    </a:lnT>
                    <a:lnB>
                      <a:noFill/>
                    </a:lnB>
                    <a:noFill/>
                  </a:tcPr>
                </a:tc>
                <a:tc>
                  <a:txBody>
                    <a:bodyPr/>
                    <a:lstStyle/>
                    <a:p>
                      <a:pPr>
                        <a:buNone/>
                      </a:pPr>
                      <a:r>
                        <a:rPr lang="en-US" sz="1400"/>
                        <a:t>107,900</a:t>
                      </a:r>
                    </a:p>
                  </a:txBody>
                  <a:tcPr marL="72522" marR="72522" marT="36261" marB="36261" anchor="ctr">
                    <a:lnL>
                      <a:noFill/>
                    </a:lnL>
                    <a:lnR>
                      <a:noFill/>
                    </a:lnR>
                    <a:lnT>
                      <a:noFill/>
                    </a:lnT>
                    <a:lnB>
                      <a:noFill/>
                    </a:lnB>
                    <a:noFill/>
                  </a:tcPr>
                </a:tc>
                <a:extLst>
                  <a:ext uri="{0D108BD9-81ED-4DB2-BD59-A6C34878D82A}">
                    <a16:rowId xmlns:a16="http://schemas.microsoft.com/office/drawing/2014/main" val="4132603223"/>
                  </a:ext>
                </a:extLst>
              </a:tr>
              <a:tr h="621838">
                <a:tc>
                  <a:txBody>
                    <a:bodyPr/>
                    <a:lstStyle/>
                    <a:p>
                      <a:pPr>
                        <a:buNone/>
                      </a:pPr>
                      <a:r>
                        <a:rPr lang="en-US" sz="1400"/>
                        <a:t>Endpoint compromise</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0.0%</a:t>
                      </a:r>
                    </a:p>
                  </a:txBody>
                  <a:tcPr marL="72522" marR="72522" marT="36261" marB="36261" anchor="ctr">
                    <a:lnL>
                      <a:noFill/>
                    </a:lnL>
                    <a:lnR>
                      <a:noFill/>
                    </a:lnR>
                    <a:lnT>
                      <a:noFill/>
                    </a:lnT>
                    <a:lnB>
                      <a:noFill/>
                    </a:lnB>
                    <a:noFill/>
                  </a:tcPr>
                </a:tc>
                <a:tc>
                  <a:txBody>
                    <a:bodyPr/>
                    <a:lstStyle/>
                    <a:p>
                      <a:pPr>
                        <a:buNone/>
                      </a:pPr>
                      <a:r>
                        <a:rPr lang="en-US" sz="1400"/>
                        <a:t>0.1%</a:t>
                      </a:r>
                    </a:p>
                  </a:txBody>
                  <a:tcPr marL="72522" marR="72522" marT="36261" marB="36261" anchor="ctr">
                    <a:lnL>
                      <a:noFill/>
                    </a:lnL>
                    <a:lnR>
                      <a:noFill/>
                    </a:lnR>
                    <a:lnT>
                      <a:noFill/>
                    </a:lnT>
                    <a:lnB>
                      <a:noFill/>
                    </a:lnB>
                    <a:noFill/>
                  </a:tcPr>
                </a:tc>
                <a:tc>
                  <a:txBody>
                    <a:bodyPr/>
                    <a:lstStyle/>
                    <a:p>
                      <a:pPr>
                        <a:buNone/>
                      </a:pPr>
                      <a:r>
                        <a:rPr lang="en-US" sz="1400"/>
                        <a:t>100.0%</a:t>
                      </a:r>
                    </a:p>
                  </a:txBody>
                  <a:tcPr marL="72522" marR="72522" marT="36261" marB="36261" anchor="ctr">
                    <a:lnL>
                      <a:noFill/>
                    </a:lnL>
                    <a:lnR>
                      <a:noFill/>
                    </a:lnR>
                    <a:lnT>
                      <a:noFill/>
                    </a:lnT>
                    <a:lnB>
                      <a:noFill/>
                    </a:lnB>
                    <a:noFill/>
                  </a:tcPr>
                </a:tc>
                <a:tc>
                  <a:txBody>
                    <a:bodyPr/>
                    <a:lstStyle/>
                    <a:p>
                      <a:pPr>
                        <a:buNone/>
                      </a:pPr>
                      <a:r>
                        <a:rPr lang="en-US" sz="1400"/>
                        <a:t>99.2%</a:t>
                      </a:r>
                    </a:p>
                  </a:txBody>
                  <a:tcPr marL="72522" marR="72522" marT="36261" marB="36261" anchor="ctr">
                    <a:lnL>
                      <a:noFill/>
                    </a:lnL>
                    <a:lnR>
                      <a:noFill/>
                    </a:lnR>
                    <a:lnT>
                      <a:noFill/>
                    </a:lnT>
                    <a:lnB>
                      <a:noFill/>
                    </a:lnB>
                    <a:noFill/>
                  </a:tcPr>
                </a:tc>
                <a:tc>
                  <a:txBody>
                    <a:bodyPr/>
                    <a:lstStyle/>
                    <a:p>
                      <a:pPr>
                        <a:buNone/>
                      </a:pPr>
                      <a:r>
                        <a:rPr lang="en-US" sz="1400"/>
                        <a:t>0.8%</a:t>
                      </a:r>
                    </a:p>
                  </a:txBody>
                  <a:tcPr marL="72522" marR="72522" marT="36261" marB="36261" anchor="ctr">
                    <a:lnL>
                      <a:noFill/>
                    </a:lnL>
                    <a:lnR>
                      <a:noFill/>
                    </a:lnR>
                    <a:lnT>
                      <a:noFill/>
                    </a:lnT>
                    <a:lnB>
                      <a:noFill/>
                    </a:lnB>
                    <a:noFill/>
                  </a:tcPr>
                </a:tc>
                <a:tc>
                  <a:txBody>
                    <a:bodyPr/>
                    <a:lstStyle/>
                    <a:p>
                      <a:pPr>
                        <a:buNone/>
                      </a:pPr>
                      <a:r>
                        <a:rPr lang="en-US" sz="1400"/>
                        <a:t>99,300</a:t>
                      </a:r>
                    </a:p>
                  </a:txBody>
                  <a:tcPr marL="72522" marR="72522" marT="36261" marB="36261" anchor="ctr">
                    <a:lnL>
                      <a:noFill/>
                    </a:lnL>
                    <a:lnR>
                      <a:noFill/>
                    </a:lnR>
                    <a:lnT>
                      <a:noFill/>
                    </a:lnT>
                    <a:lnB>
                      <a:noFill/>
                    </a:lnB>
                    <a:noFill/>
                  </a:tcPr>
                </a:tc>
                <a:extLst>
                  <a:ext uri="{0D108BD9-81ED-4DB2-BD59-A6C34878D82A}">
                    <a16:rowId xmlns:a16="http://schemas.microsoft.com/office/drawing/2014/main" val="765345253"/>
                  </a:ext>
                </a:extLst>
              </a:tr>
            </a:tbl>
          </a:graphicData>
        </a:graphic>
      </p:graphicFrame>
    </p:spTree>
    <p:extLst>
      <p:ext uri="{BB962C8B-B14F-4D97-AF65-F5344CB8AC3E}">
        <p14:creationId xmlns:p14="http://schemas.microsoft.com/office/powerpoint/2010/main" val="1822423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557401"/>
            <a:ext cx="9875463" cy="999746"/>
          </a:xfrm>
        </p:spPr>
        <p:txBody>
          <a:bodyPr/>
          <a:lstStyle/>
          <a:p>
            <a:r>
              <a:rPr lang="en-US"/>
              <a:t>Unsolved vulnerabilities:</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20</a:t>
            </a:fld>
            <a:endParaRPr lang="en-US"/>
          </a:p>
        </p:txBody>
      </p:sp>
      <p:sp>
        <p:nvSpPr>
          <p:cNvPr id="9" name="TextBox 8">
            <a:extLst>
              <a:ext uri="{FF2B5EF4-FFF2-40B4-BE49-F238E27FC236}">
                <a16:creationId xmlns:a16="http://schemas.microsoft.com/office/drawing/2014/main" id="{27D7B3FF-75E5-A99F-B063-95C20072A0A0}"/>
              </a:ext>
            </a:extLst>
          </p:cNvPr>
          <p:cNvSpPr txBox="1"/>
          <p:nvPr/>
        </p:nvSpPr>
        <p:spPr>
          <a:xfrm>
            <a:off x="1700798" y="2102616"/>
            <a:ext cx="9135815" cy="3785652"/>
          </a:xfrm>
          <a:prstGeom prst="rect">
            <a:avLst/>
          </a:prstGeom>
          <a:noFill/>
        </p:spPr>
        <p:txBody>
          <a:bodyPr wrap="square">
            <a:spAutoFit/>
          </a:bodyPr>
          <a:lstStyle/>
          <a:p>
            <a:r>
              <a:rPr lang="en-US" sz="1600" b="1"/>
              <a:t>RF jamming:</a:t>
            </a:r>
            <a:endParaRPr lang="en-US" sz="1600"/>
          </a:p>
          <a:p>
            <a:endParaRPr lang="en-US" sz="1600"/>
          </a:p>
          <a:p>
            <a:r>
              <a:rPr lang="en-US" sz="1600"/>
              <a:t>ChaCha20-Poly1305 protects confidentiality and integrity of content, not availability of the radio channel. Jamming doesn't try to read or forge anything — it just raises the noise floor so legitimate packets never arrive intact. There's nothing for the AEAD tag check to catch because no packet ever gets that far. Fix requires frequency-hopping spread spectrum (FHSS), directional antennas, or redundant links not stronger crypto.</a:t>
            </a:r>
          </a:p>
          <a:p>
            <a:pPr>
              <a:buFont typeface="Arial" panose="020B0604020202020204" pitchFamily="34" charset="0"/>
              <a:buChar char="•"/>
            </a:pPr>
            <a:endParaRPr lang="en-US" sz="1600"/>
          </a:p>
          <a:p>
            <a:r>
              <a:rPr lang="en-US" sz="1600" b="1"/>
              <a:t>Endpoint compromise:</a:t>
            </a:r>
            <a:endParaRPr lang="en-US" sz="1600"/>
          </a:p>
          <a:p>
            <a:endParaRPr lang="en-US" sz="1600"/>
          </a:p>
          <a:p>
            <a:r>
              <a:rPr lang="en-US" sz="1600"/>
              <a:t>The attacker isn't breaking the cipher; they have the real 32-byte key (physically extracted). Every packet they craft passes the exact same AEAD tag check, GPS-as-AAD check, and HMAC token check that a legitimate drone's packets pass, because it's using the same trusted key. Cryptographically the proxy has no way to tell "real Drone 01" from "attacker holding Drone 01's key" that distinction lives outside the crypto.</a:t>
            </a:r>
          </a:p>
        </p:txBody>
      </p:sp>
    </p:spTree>
    <p:extLst>
      <p:ext uri="{BB962C8B-B14F-4D97-AF65-F5344CB8AC3E}">
        <p14:creationId xmlns:p14="http://schemas.microsoft.com/office/powerpoint/2010/main" val="2498021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E29FA-33E3-A122-26C7-D9DB6FA06E69}"/>
              </a:ext>
            </a:extLst>
          </p:cNvPr>
          <p:cNvSpPr>
            <a:spLocks noGrp="1"/>
          </p:cNvSpPr>
          <p:nvPr>
            <p:ph type="title"/>
          </p:nvPr>
        </p:nvSpPr>
        <p:spPr>
          <a:xfrm>
            <a:off x="1404535" y="456353"/>
            <a:ext cx="9379882" cy="843474"/>
          </a:xfrm>
        </p:spPr>
        <p:txBody>
          <a:bodyPr/>
          <a:lstStyle/>
          <a:p>
            <a:r>
              <a:rPr lang="en-US" sz="2000" b="0">
                <a:solidFill>
                  <a:srgbClr val="000000"/>
                </a:solidFill>
                <a:ea typeface="+mj-lt"/>
                <a:cs typeface="+mj-lt"/>
              </a:rPr>
              <a:t>If an attacker takes over one drone, the threat does not spread randomly. </a:t>
            </a:r>
            <a:endParaRPr lang="en-US" sz="2000">
              <a:ea typeface="+mj-lt"/>
              <a:cs typeface="+mj-lt"/>
            </a:endParaRPr>
          </a:p>
        </p:txBody>
      </p:sp>
      <p:sp>
        <p:nvSpPr>
          <p:cNvPr id="3" name="Slide Number Placeholder 2">
            <a:extLst>
              <a:ext uri="{FF2B5EF4-FFF2-40B4-BE49-F238E27FC236}">
                <a16:creationId xmlns:a16="http://schemas.microsoft.com/office/drawing/2014/main" id="{A4F48336-FFF4-3611-73B0-2718D3C384CA}"/>
              </a:ext>
            </a:extLst>
          </p:cNvPr>
          <p:cNvSpPr>
            <a:spLocks noGrp="1"/>
          </p:cNvSpPr>
          <p:nvPr>
            <p:ph type="sldNum" sz="quarter" idx="12"/>
          </p:nvPr>
        </p:nvSpPr>
        <p:spPr/>
        <p:txBody>
          <a:bodyPr/>
          <a:lstStyle/>
          <a:p>
            <a:fld id="{48F63A3B-78C7-47BE-AE5E-E10140E04643}" type="slidenum">
              <a:rPr lang="en-US" smtClean="0"/>
              <a:pPr/>
              <a:t>21</a:t>
            </a:fld>
            <a:endParaRPr lang="en-US"/>
          </a:p>
        </p:txBody>
      </p:sp>
      <p:sp>
        <p:nvSpPr>
          <p:cNvPr id="4" name="TextBox 3">
            <a:extLst>
              <a:ext uri="{FF2B5EF4-FFF2-40B4-BE49-F238E27FC236}">
                <a16:creationId xmlns:a16="http://schemas.microsoft.com/office/drawing/2014/main" id="{906F730E-20D5-B1ED-7728-D5F45C0C1451}"/>
              </a:ext>
            </a:extLst>
          </p:cNvPr>
          <p:cNvSpPr txBox="1"/>
          <p:nvPr/>
        </p:nvSpPr>
        <p:spPr>
          <a:xfrm>
            <a:off x="650874" y="1502834"/>
            <a:ext cx="10890250"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a:latin typeface="Sabon Next LT"/>
              <a:ea typeface="Google Sans"/>
              <a:cs typeface="Sabon Next LT"/>
            </a:endParaRPr>
          </a:p>
          <a:p>
            <a:r>
              <a:rPr lang="en-US" sz="1600" b="1" u="sng">
                <a:latin typeface="Sabon Next LT"/>
                <a:ea typeface="Google Sans"/>
                <a:cs typeface="Sabon Next LT"/>
              </a:rPr>
              <a:t>Highest Risk:</a:t>
            </a:r>
            <a:r>
              <a:rPr lang="en-US" sz="1600" b="1">
                <a:latin typeface="Sabon Next LT"/>
                <a:ea typeface="Google Sans"/>
                <a:cs typeface="Sabon Next LT"/>
              </a:rPr>
              <a:t> </a:t>
            </a:r>
            <a:r>
              <a:rPr lang="en-US" sz="1600">
                <a:latin typeface="Sabon Next LT"/>
                <a:ea typeface="Google Sans"/>
                <a:cs typeface="Sabon Next LT"/>
              </a:rPr>
              <a:t>The One in Direct Communication with the Malicious Drone</a:t>
            </a:r>
          </a:p>
          <a:p>
            <a:endParaRPr lang="en-US" sz="1600">
              <a:latin typeface="Sabon Next LT"/>
              <a:ea typeface="Google Sans Text"/>
              <a:cs typeface="Sabon Next LT"/>
            </a:endParaRPr>
          </a:p>
          <a:p>
            <a:pPr>
              <a:buFont typeface=""/>
            </a:pPr>
            <a:r>
              <a:rPr lang="en-US" sz="1600">
                <a:latin typeface="Sabon Next LT"/>
                <a:ea typeface="Google Sans Text"/>
                <a:cs typeface="Sabon Next LT"/>
              </a:rPr>
              <a:t>Drones operating on the same localized communication channel or mesh link are forced to process its packets first. Because the rogue drone holds valid cryptographic keys, these immediate peers will blindly ingest the malicious data, making them highly susceptible to logical exploits, data poisoning, or command injection.</a:t>
            </a:r>
          </a:p>
          <a:p>
            <a:pPr>
              <a:buFont typeface=""/>
            </a:pPr>
            <a:endParaRPr lang="en-US" sz="1600" b="1">
              <a:latin typeface="Sabon Next LT"/>
              <a:ea typeface="Google Sans Text"/>
              <a:cs typeface="Sabon Next LT"/>
            </a:endParaRPr>
          </a:p>
          <a:p>
            <a:pPr>
              <a:buFont typeface=""/>
            </a:pPr>
            <a:r>
              <a:rPr lang="en-US" sz="1600" b="1" u="sng">
                <a:latin typeface="Sabon Next LT"/>
                <a:ea typeface="Google Sans Text"/>
                <a:cs typeface="Sabon Next LT"/>
              </a:rPr>
              <a:t>Medium </a:t>
            </a:r>
            <a:r>
              <a:rPr lang="en-US" sz="1600" b="1" u="sng">
                <a:latin typeface="Sabon Next LT"/>
                <a:ea typeface="Google Sans"/>
                <a:cs typeface="Sabon Next LT"/>
              </a:rPr>
              <a:t>Risk:</a:t>
            </a:r>
            <a:r>
              <a:rPr lang="en-US" sz="1600">
                <a:latin typeface="Sabon Next LT"/>
                <a:ea typeface="Google Sans"/>
                <a:cs typeface="Sabon Next LT"/>
              </a:rPr>
              <a:t> The Nearby Neighbors</a:t>
            </a:r>
          </a:p>
          <a:p>
            <a:endParaRPr lang="en-US" sz="1600" b="1">
              <a:latin typeface="Sabon Next LT"/>
              <a:ea typeface="Google Sans Text"/>
              <a:cs typeface="Sabon Next LT"/>
            </a:endParaRPr>
          </a:p>
          <a:p>
            <a:r>
              <a:rPr lang="en-US" sz="1600">
                <a:latin typeface="Sabon Next LT"/>
                <a:ea typeface="Google Sans Text"/>
                <a:cs typeface="Sabon Next LT"/>
              </a:rPr>
              <a:t>Swarms use localized collision-avoidance loops. Drones flying closest to the rogue drone are highly vulnerable to physical disruption. The malicious drone can suddenly veer off course or feed them fake proximity warnings, forcing them into erratic maneuvers that crash the drones or break the swarm's structural stability.</a:t>
            </a:r>
          </a:p>
          <a:p>
            <a:endParaRPr lang="en-US" sz="1600">
              <a:latin typeface="Sabon Next LT"/>
              <a:ea typeface="Google Sans"/>
              <a:cs typeface="Sabon Next LT"/>
            </a:endParaRPr>
          </a:p>
          <a:p>
            <a:r>
              <a:rPr lang="en-US" sz="1600" b="1" u="sng">
                <a:latin typeface="Sabon Next LT"/>
                <a:ea typeface="Google Sans"/>
                <a:cs typeface="Sabon Next LT"/>
              </a:rPr>
              <a:t>Comparatively Less Risk:</a:t>
            </a:r>
            <a:r>
              <a:rPr lang="en-US" sz="1600" b="1">
                <a:latin typeface="Sabon Next LT"/>
                <a:ea typeface="Google Sans"/>
                <a:cs typeface="Sabon Next LT"/>
              </a:rPr>
              <a:t> </a:t>
            </a:r>
            <a:r>
              <a:rPr lang="en-US" sz="1600">
                <a:latin typeface="Sabon Next LT"/>
                <a:ea typeface="Google Sans"/>
                <a:cs typeface="Sabon Next LT"/>
              </a:rPr>
              <a:t>The Busiest Drone</a:t>
            </a:r>
          </a:p>
          <a:p>
            <a:endParaRPr lang="en-US" sz="1600" b="1">
              <a:latin typeface="Sabon Next LT"/>
              <a:ea typeface="Google Sans Text"/>
              <a:cs typeface="Sabon Next LT"/>
            </a:endParaRPr>
          </a:p>
          <a:p>
            <a:r>
              <a:rPr lang="en-US" sz="1600">
                <a:latin typeface="Sabon Next LT"/>
                <a:ea typeface="Google Sans Text"/>
                <a:cs typeface="Sabon Next LT"/>
              </a:rPr>
              <a:t>In large swarms, certain central drones handle a massive volume of routed traffic. If the malicious drone targets the busiest node with complex, validly encrypted data, it forces that central hub to exhaust its processing cycles decrypting junk traffic. This triggers a cascading bottleneck, causing massive packet loss for the entire fleet.</a:t>
            </a:r>
          </a:p>
          <a:p>
            <a:pPr algn="ctr"/>
            <a:endParaRPr lang="en-US" sz="1600">
              <a:cs typeface="Sabon Next LT"/>
            </a:endParaRPr>
          </a:p>
        </p:txBody>
      </p:sp>
      <p:pic>
        <p:nvPicPr>
          <p:cNvPr id="5" name="Picture 4" descr="Top 6 Bond Risks Every Investor Should Know">
            <a:extLst>
              <a:ext uri="{FF2B5EF4-FFF2-40B4-BE49-F238E27FC236}">
                <a16:creationId xmlns:a16="http://schemas.microsoft.com/office/drawing/2014/main" id="{A2EA1758-F119-AD39-C911-125D2927890D}"/>
              </a:ext>
            </a:extLst>
          </p:cNvPr>
          <p:cNvPicPr>
            <a:picLocks noChangeAspect="1"/>
          </p:cNvPicPr>
          <p:nvPr/>
        </p:nvPicPr>
        <p:blipFill>
          <a:blip r:embed="rId2"/>
          <a:stretch>
            <a:fillRect/>
          </a:stretch>
        </p:blipFill>
        <p:spPr>
          <a:xfrm>
            <a:off x="8771429" y="982845"/>
            <a:ext cx="1911744" cy="1257638"/>
          </a:xfrm>
          <a:prstGeom prst="rect">
            <a:avLst/>
          </a:prstGeom>
        </p:spPr>
      </p:pic>
    </p:spTree>
    <p:extLst>
      <p:ext uri="{BB962C8B-B14F-4D97-AF65-F5344CB8AC3E}">
        <p14:creationId xmlns:p14="http://schemas.microsoft.com/office/powerpoint/2010/main" val="3810174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0D8B6-8B34-6CE2-E010-D902A5990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9770B-5875-5EAB-4C6F-193AAAD5C8D8}"/>
              </a:ext>
            </a:extLst>
          </p:cNvPr>
          <p:cNvSpPr>
            <a:spLocks noGrp="1"/>
          </p:cNvSpPr>
          <p:nvPr>
            <p:ph type="title"/>
          </p:nvPr>
        </p:nvSpPr>
        <p:spPr>
          <a:xfrm>
            <a:off x="113368" y="1017270"/>
            <a:ext cx="9379882" cy="843474"/>
          </a:xfrm>
        </p:spPr>
        <p:txBody>
          <a:bodyPr/>
          <a:lstStyle/>
          <a:p>
            <a:r>
              <a:rPr lang="en-US" sz="2000" b="0">
                <a:solidFill>
                  <a:srgbClr val="000000"/>
                </a:solidFill>
                <a:latin typeface="Arial Black"/>
                <a:ea typeface="+mj-lt"/>
                <a:cs typeface="Sabon Next LT"/>
              </a:rPr>
              <a:t>methods We used to Find the Compromised Drone</a:t>
            </a:r>
            <a:endParaRPr lang="en-US" sz="2000">
              <a:latin typeface="Arial Black"/>
              <a:ea typeface="+mj-lt"/>
              <a:cs typeface="+mj-lt"/>
            </a:endParaRPr>
          </a:p>
        </p:txBody>
      </p:sp>
      <p:sp>
        <p:nvSpPr>
          <p:cNvPr id="3" name="Slide Number Placeholder 2">
            <a:extLst>
              <a:ext uri="{FF2B5EF4-FFF2-40B4-BE49-F238E27FC236}">
                <a16:creationId xmlns:a16="http://schemas.microsoft.com/office/drawing/2014/main" id="{8B8FD3FE-2E6F-3D5E-813D-173991001FFB}"/>
              </a:ext>
            </a:extLst>
          </p:cNvPr>
          <p:cNvSpPr>
            <a:spLocks noGrp="1"/>
          </p:cNvSpPr>
          <p:nvPr>
            <p:ph type="sldNum" sz="quarter" idx="12"/>
          </p:nvPr>
        </p:nvSpPr>
        <p:spPr/>
        <p:txBody>
          <a:bodyPr/>
          <a:lstStyle/>
          <a:p>
            <a:fld id="{48F63A3B-78C7-47BE-AE5E-E10140E04643}" type="slidenum">
              <a:rPr lang="en-US" smtClean="0"/>
              <a:pPr/>
              <a:t>22</a:t>
            </a:fld>
            <a:endParaRPr lang="en-US"/>
          </a:p>
        </p:txBody>
      </p:sp>
      <p:sp>
        <p:nvSpPr>
          <p:cNvPr id="4" name="TextBox 3">
            <a:extLst>
              <a:ext uri="{FF2B5EF4-FFF2-40B4-BE49-F238E27FC236}">
                <a16:creationId xmlns:a16="http://schemas.microsoft.com/office/drawing/2014/main" id="{851848D8-DC97-9506-8B0B-8FEDF106D235}"/>
              </a:ext>
            </a:extLst>
          </p:cNvPr>
          <p:cNvSpPr txBox="1"/>
          <p:nvPr/>
        </p:nvSpPr>
        <p:spPr>
          <a:xfrm>
            <a:off x="534457" y="2582334"/>
            <a:ext cx="1089025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Behavioral Anomaly Detection:</a:t>
            </a:r>
            <a:endParaRPr lang="en-US" sz="1600">
              <a:ea typeface="+mn-lt"/>
              <a:cs typeface="+mn-lt"/>
            </a:endParaRPr>
          </a:p>
          <a:p>
            <a:endParaRPr lang="en-US" sz="1600" b="1">
              <a:ea typeface="+mn-lt"/>
              <a:cs typeface="+mn-lt"/>
            </a:endParaRPr>
          </a:p>
          <a:p>
            <a:r>
              <a:rPr lang="en-US" sz="1600">
                <a:ea typeface="+mn-lt"/>
                <a:cs typeface="+mn-lt"/>
              </a:rPr>
              <a:t>  We tracked the content of the messages. If a drone passes the ChaCha20-Poly1305 check but starts sending physically impossible telemetry, the system flags it as compromised.</a:t>
            </a:r>
            <a:endParaRPr lang="en-US">
              <a:cs typeface="Sabon Next LT"/>
            </a:endParaRPr>
          </a:p>
          <a:p>
            <a:endParaRPr lang="en-US" sz="1600">
              <a:ea typeface="+mn-lt"/>
              <a:cs typeface="+mn-lt"/>
            </a:endParaRPr>
          </a:p>
          <a:p>
            <a:r>
              <a:rPr lang="en-US" sz="1600" b="1">
                <a:ea typeface="+mn-lt"/>
                <a:cs typeface="+mn-lt"/>
              </a:rPr>
              <a:t>Trust Scoring Systems:</a:t>
            </a:r>
            <a:endParaRPr lang="en-US">
              <a:ea typeface="+mn-lt"/>
              <a:cs typeface="+mn-lt"/>
            </a:endParaRPr>
          </a:p>
          <a:p>
            <a:endParaRPr lang="en-US" sz="1600" b="1">
              <a:ea typeface="+mn-lt"/>
              <a:cs typeface="+mn-lt"/>
            </a:endParaRPr>
          </a:p>
          <a:p>
            <a:r>
              <a:rPr lang="en-US" sz="1600">
                <a:ea typeface="+mn-lt"/>
                <a:cs typeface="+mn-lt"/>
              </a:rPr>
              <a:t>  Drones in the swarm constantly evaluate their peers. If Drone A claims it is at coordinates (X, Y), but Drones B and C visually see Drone A at coordinates (Z, W), they cross-reference the data, lower Drone A’s trust score, and report it to the Ground Control Station.</a:t>
            </a:r>
            <a:endParaRPr lang="en-US">
              <a:cs typeface="Sabon Next LT"/>
            </a:endParaRPr>
          </a:p>
          <a:p>
            <a:endParaRPr lang="en-US" sz="1600">
              <a:ea typeface="+mn-lt"/>
              <a:cs typeface="+mn-lt"/>
            </a:endParaRPr>
          </a:p>
          <a:p>
            <a:r>
              <a:rPr lang="en-US" sz="1600" b="1">
                <a:ea typeface="+mn-lt"/>
                <a:cs typeface="+mn-lt"/>
              </a:rPr>
              <a:t>Network Flow &amp; Throughput Spikes:</a:t>
            </a:r>
            <a:endParaRPr lang="en-US">
              <a:ea typeface="+mn-lt"/>
              <a:cs typeface="+mn-lt"/>
            </a:endParaRPr>
          </a:p>
          <a:p>
            <a:endParaRPr lang="en-US" sz="1600" b="1">
              <a:ea typeface="+mn-lt"/>
              <a:cs typeface="+mn-lt"/>
            </a:endParaRPr>
          </a:p>
          <a:p>
            <a:r>
              <a:rPr lang="en-US" sz="1600">
                <a:ea typeface="+mn-lt"/>
                <a:cs typeface="+mn-lt"/>
              </a:rPr>
              <a:t>  Your metrics track </a:t>
            </a:r>
            <a:r>
              <a:rPr lang="en-US" sz="1600">
                <a:latin typeface="Sabon Next LT"/>
                <a:ea typeface="+mn-lt"/>
                <a:cs typeface="Sabon Next LT"/>
              </a:rPr>
              <a:t>t</a:t>
            </a:r>
            <a:r>
              <a:rPr lang="en-US" sz="1600">
                <a:latin typeface="Consolas"/>
                <a:ea typeface="+mn-lt"/>
                <a:cs typeface="Sabon Next LT"/>
              </a:rPr>
              <a:t>hroughput/s</a:t>
            </a:r>
            <a:r>
              <a:rPr lang="en-US" sz="1600">
                <a:ea typeface="+mn-lt"/>
                <a:cs typeface="+mn-lt"/>
              </a:rPr>
              <a:t>. If a compromised drone begins scanning the network or flooding neighbors with junk data to exhaust them, a sudden, unexplained spike in its throughput metric will give away its location.</a:t>
            </a:r>
            <a:endParaRPr lang="en-US">
              <a:cs typeface="Sabon Next LT"/>
            </a:endParaRPr>
          </a:p>
        </p:txBody>
      </p:sp>
      <p:pic>
        <p:nvPicPr>
          <p:cNvPr id="5" name="Picture 4" descr="Detetive Particular Tudo Sobre Investigação Privada 24h">
            <a:extLst>
              <a:ext uri="{FF2B5EF4-FFF2-40B4-BE49-F238E27FC236}">
                <a16:creationId xmlns:a16="http://schemas.microsoft.com/office/drawing/2014/main" id="{A8961795-79CE-AAE8-AD25-4963A0A875D3}"/>
              </a:ext>
            </a:extLst>
          </p:cNvPr>
          <p:cNvPicPr>
            <a:picLocks noChangeAspect="1"/>
          </p:cNvPicPr>
          <p:nvPr/>
        </p:nvPicPr>
        <p:blipFill>
          <a:blip r:embed="rId2"/>
          <a:stretch>
            <a:fillRect/>
          </a:stretch>
        </p:blipFill>
        <p:spPr>
          <a:xfrm>
            <a:off x="9292632" y="1525101"/>
            <a:ext cx="2031069" cy="1056132"/>
          </a:xfrm>
          <a:prstGeom prst="rect">
            <a:avLst/>
          </a:prstGeom>
        </p:spPr>
      </p:pic>
    </p:spTree>
    <p:extLst>
      <p:ext uri="{BB962C8B-B14F-4D97-AF65-F5344CB8AC3E}">
        <p14:creationId xmlns:p14="http://schemas.microsoft.com/office/powerpoint/2010/main" val="1980295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99BBC-4BE0-D70E-B9AD-D85A76157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F6086-4366-9CE1-84B9-4182955E1BB0}"/>
              </a:ext>
            </a:extLst>
          </p:cNvPr>
          <p:cNvSpPr>
            <a:spLocks noGrp="1"/>
          </p:cNvSpPr>
          <p:nvPr>
            <p:ph type="title"/>
          </p:nvPr>
        </p:nvSpPr>
        <p:spPr>
          <a:xfrm>
            <a:off x="1404535" y="583353"/>
            <a:ext cx="9379882" cy="843474"/>
          </a:xfrm>
        </p:spPr>
        <p:txBody>
          <a:bodyPr/>
          <a:lstStyle/>
          <a:p>
            <a:r>
              <a:rPr lang="en-US" sz="2000" b="0">
                <a:solidFill>
                  <a:srgbClr val="000000"/>
                </a:solidFill>
                <a:latin typeface="Arial Black"/>
                <a:ea typeface="+mj-lt"/>
                <a:cs typeface="Sabon Next LT"/>
              </a:rPr>
              <a:t>Prevention of infections of other Drones</a:t>
            </a:r>
            <a:endParaRPr lang="en-US" sz="2000">
              <a:latin typeface="Arial Black"/>
              <a:ea typeface="+mj-lt"/>
              <a:cs typeface="+mj-lt"/>
            </a:endParaRPr>
          </a:p>
        </p:txBody>
      </p:sp>
      <p:sp>
        <p:nvSpPr>
          <p:cNvPr id="3" name="Slide Number Placeholder 2">
            <a:extLst>
              <a:ext uri="{FF2B5EF4-FFF2-40B4-BE49-F238E27FC236}">
                <a16:creationId xmlns:a16="http://schemas.microsoft.com/office/drawing/2014/main" id="{EC8CCE8C-6779-C625-BFE7-41653EF833FE}"/>
              </a:ext>
            </a:extLst>
          </p:cNvPr>
          <p:cNvSpPr>
            <a:spLocks noGrp="1"/>
          </p:cNvSpPr>
          <p:nvPr>
            <p:ph type="sldNum" sz="quarter" idx="12"/>
          </p:nvPr>
        </p:nvSpPr>
        <p:spPr/>
        <p:txBody>
          <a:bodyPr/>
          <a:lstStyle/>
          <a:p>
            <a:fld id="{48F63A3B-78C7-47BE-AE5E-E10140E04643}" type="slidenum">
              <a:rPr lang="en-US" smtClean="0"/>
              <a:pPr/>
              <a:t>23</a:t>
            </a:fld>
            <a:endParaRPr lang="en-US"/>
          </a:p>
        </p:txBody>
      </p:sp>
      <p:sp>
        <p:nvSpPr>
          <p:cNvPr id="4" name="TextBox 3">
            <a:extLst>
              <a:ext uri="{FF2B5EF4-FFF2-40B4-BE49-F238E27FC236}">
                <a16:creationId xmlns:a16="http://schemas.microsoft.com/office/drawing/2014/main" id="{E6505C93-934F-36B3-D340-9B0D0EA61953}"/>
              </a:ext>
            </a:extLst>
          </p:cNvPr>
          <p:cNvSpPr txBox="1"/>
          <p:nvPr/>
        </p:nvSpPr>
        <p:spPr>
          <a:xfrm>
            <a:off x="650874" y="1656292"/>
            <a:ext cx="10890250"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Dynamic Key Revocation:</a:t>
            </a:r>
            <a:endParaRPr lang="en-US">
              <a:ea typeface="+mn-lt"/>
              <a:cs typeface="+mn-lt"/>
            </a:endParaRPr>
          </a:p>
          <a:p>
            <a:endParaRPr lang="en-US" sz="1600">
              <a:ea typeface="+mn-lt"/>
              <a:cs typeface="+mn-lt"/>
            </a:endParaRPr>
          </a:p>
          <a:p>
            <a:r>
              <a:rPr lang="en-US" sz="1600">
                <a:ea typeface="+mn-lt"/>
                <a:cs typeface="+mn-lt"/>
              </a:rPr>
              <a:t>   The server generates a key revocation broadcast. This tells all healthy drones to instantly delete the compromised drone's specific 32-byte key from their memory, permanently locking it out of the network.</a:t>
            </a:r>
            <a:endParaRPr lang="en-US">
              <a:cs typeface="Sabon Next LT"/>
            </a:endParaRPr>
          </a:p>
          <a:p>
            <a:endParaRPr lang="en-US" sz="1600" b="1">
              <a:ea typeface="+mn-lt"/>
              <a:cs typeface="+mn-lt"/>
            </a:endParaRPr>
          </a:p>
          <a:p>
            <a:r>
              <a:rPr lang="en-US" sz="1600" b="1">
                <a:ea typeface="+mn-lt"/>
                <a:cs typeface="+mn-lt"/>
              </a:rPr>
              <a:t>Immediate Network Quarantine:</a:t>
            </a:r>
            <a:endParaRPr lang="en-US">
              <a:ea typeface="+mn-lt"/>
              <a:cs typeface="+mn-lt"/>
            </a:endParaRPr>
          </a:p>
          <a:p>
            <a:endParaRPr lang="en-US" sz="1600" b="1">
              <a:ea typeface="+mn-lt"/>
              <a:cs typeface="+mn-lt"/>
            </a:endParaRPr>
          </a:p>
          <a:p>
            <a:r>
              <a:rPr lang="en-US" sz="1600">
                <a:ea typeface="+mn-lt"/>
                <a:cs typeface="+mn-lt"/>
              </a:rPr>
              <a:t>  Neighboring drones dynamically alter their routing tables. They refuse to accept or forward any packets originating from the compromised drone's hardware ID, effectively dropping its packet delivery rate to zero.</a:t>
            </a:r>
            <a:endParaRPr lang="en-US">
              <a:cs typeface="Sabon Next LT"/>
            </a:endParaRPr>
          </a:p>
          <a:p>
            <a:endParaRPr lang="en-US" sz="1600" b="1">
              <a:ea typeface="+mn-lt"/>
              <a:cs typeface="+mn-lt"/>
            </a:endParaRPr>
          </a:p>
          <a:p>
            <a:r>
              <a:rPr lang="en-US" sz="1600" b="1">
                <a:ea typeface="+mn-lt"/>
                <a:cs typeface="+mn-lt"/>
              </a:rPr>
              <a:t>Physical Failsafe Separation:</a:t>
            </a:r>
            <a:endParaRPr lang="en-US">
              <a:ea typeface="+mn-lt"/>
              <a:cs typeface="+mn-lt"/>
            </a:endParaRPr>
          </a:p>
          <a:p>
            <a:endParaRPr lang="en-US" sz="1600">
              <a:ea typeface="+mn-lt"/>
              <a:cs typeface="+mn-lt"/>
            </a:endParaRPr>
          </a:p>
          <a:p>
            <a:r>
              <a:rPr lang="en-US" sz="1600">
                <a:ea typeface="+mn-lt"/>
                <a:cs typeface="+mn-lt"/>
              </a:rPr>
              <a:t>     Automated swarm formation algorithms trigger a physical separation rule. Healthy drones are commanded to physically steer clear of the rogue drone’s last known airspace coordinates to prevent intentional mid-air collisions.</a:t>
            </a:r>
            <a:endParaRPr lang="en-US">
              <a:cs typeface="Sabon Next LT"/>
            </a:endParaRPr>
          </a:p>
        </p:txBody>
      </p:sp>
    </p:spTree>
    <p:extLst>
      <p:ext uri="{BB962C8B-B14F-4D97-AF65-F5344CB8AC3E}">
        <p14:creationId xmlns:p14="http://schemas.microsoft.com/office/powerpoint/2010/main" val="3654758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1CCABE-406B-EBE3-AC7A-C7439C37C859}"/>
              </a:ext>
            </a:extLst>
          </p:cNvPr>
          <p:cNvSpPr>
            <a:spLocks noGrp="1"/>
          </p:cNvSpPr>
          <p:nvPr>
            <p:ph type="sldNum" sz="quarter" idx="12"/>
          </p:nvPr>
        </p:nvSpPr>
        <p:spPr/>
        <p:txBody>
          <a:bodyPr/>
          <a:lstStyle/>
          <a:p>
            <a:fld id="{48F63A3B-78C7-47BE-AE5E-E10140E04643}" type="slidenum">
              <a:rPr lang="en-US" smtClean="0"/>
              <a:pPr/>
              <a:t>24</a:t>
            </a:fld>
            <a:endParaRPr lang="en-US"/>
          </a:p>
        </p:txBody>
      </p:sp>
      <p:pic>
        <p:nvPicPr>
          <p:cNvPr id="9" name="Picture 8">
            <a:extLst>
              <a:ext uri="{FF2B5EF4-FFF2-40B4-BE49-F238E27FC236}">
                <a16:creationId xmlns:a16="http://schemas.microsoft.com/office/drawing/2014/main" id="{E5FFCC41-49FC-8205-FE63-A6F2186A4140}"/>
              </a:ext>
            </a:extLst>
          </p:cNvPr>
          <p:cNvPicPr>
            <a:picLocks noChangeAspect="1"/>
          </p:cNvPicPr>
          <p:nvPr/>
        </p:nvPicPr>
        <p:blipFill>
          <a:blip r:embed="rId2"/>
          <a:stretch>
            <a:fillRect/>
          </a:stretch>
        </p:blipFill>
        <p:spPr>
          <a:xfrm>
            <a:off x="2132239" y="-3402"/>
            <a:ext cx="7934778" cy="6631365"/>
          </a:xfrm>
          <a:prstGeom prst="rect">
            <a:avLst/>
          </a:prstGeom>
        </p:spPr>
      </p:pic>
    </p:spTree>
    <p:extLst>
      <p:ext uri="{BB962C8B-B14F-4D97-AF65-F5344CB8AC3E}">
        <p14:creationId xmlns:p14="http://schemas.microsoft.com/office/powerpoint/2010/main" val="3983680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D465F2-BC17-5FB5-F2F4-630BC066F353}"/>
              </a:ext>
            </a:extLst>
          </p:cNvPr>
          <p:cNvSpPr>
            <a:spLocks noGrp="1"/>
          </p:cNvSpPr>
          <p:nvPr>
            <p:ph type="sldNum" sz="quarter" idx="12"/>
          </p:nvPr>
        </p:nvSpPr>
        <p:spPr/>
        <p:txBody>
          <a:bodyPr/>
          <a:lstStyle/>
          <a:p>
            <a:fld id="{48F63A3B-78C7-47BE-AE5E-E10140E04643}" type="slidenum">
              <a:rPr lang="en-US" smtClean="0"/>
              <a:pPr/>
              <a:t>25</a:t>
            </a:fld>
            <a:endParaRPr lang="en-US"/>
          </a:p>
        </p:txBody>
      </p:sp>
      <p:pic>
        <p:nvPicPr>
          <p:cNvPr id="4" name="Picture 3">
            <a:extLst>
              <a:ext uri="{FF2B5EF4-FFF2-40B4-BE49-F238E27FC236}">
                <a16:creationId xmlns:a16="http://schemas.microsoft.com/office/drawing/2014/main" id="{83368D3F-6F03-419C-A977-916C5AB9D58B}"/>
              </a:ext>
            </a:extLst>
          </p:cNvPr>
          <p:cNvPicPr>
            <a:picLocks noChangeAspect="1"/>
          </p:cNvPicPr>
          <p:nvPr/>
        </p:nvPicPr>
        <p:blipFill>
          <a:blip r:embed="rId2"/>
          <a:stretch>
            <a:fillRect/>
          </a:stretch>
        </p:blipFill>
        <p:spPr>
          <a:xfrm>
            <a:off x="-123144" y="-679"/>
            <a:ext cx="12024631" cy="6866616"/>
          </a:xfrm>
          <a:prstGeom prst="rect">
            <a:avLst/>
          </a:prstGeom>
        </p:spPr>
      </p:pic>
    </p:spTree>
    <p:extLst>
      <p:ext uri="{BB962C8B-B14F-4D97-AF65-F5344CB8AC3E}">
        <p14:creationId xmlns:p14="http://schemas.microsoft.com/office/powerpoint/2010/main" val="1163977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E928-AC3A-8C41-3B33-6ECBD64713EC}"/>
              </a:ext>
            </a:extLst>
          </p:cNvPr>
          <p:cNvSpPr>
            <a:spLocks noGrp="1"/>
          </p:cNvSpPr>
          <p:nvPr>
            <p:ph type="title"/>
          </p:nvPr>
        </p:nvSpPr>
        <p:spPr>
          <a:xfrm>
            <a:off x="2117993" y="433160"/>
            <a:ext cx="7965461" cy="994164"/>
          </a:xfrm>
        </p:spPr>
        <p:txBody>
          <a:bodyPr/>
          <a:lstStyle/>
          <a:p>
            <a:pPr algn="r"/>
            <a:r>
              <a:rPr lang="en-US" sz="2000" b="0">
                <a:solidFill>
                  <a:schemeClr val="tx2">
                    <a:lumMod val="60000"/>
                    <a:lumOff val="40000"/>
                  </a:schemeClr>
                </a:solidFill>
                <a:ea typeface="+mj-lt"/>
                <a:cs typeface="+mj-lt"/>
              </a:rPr>
              <a:t>Residual Limits (Not Fixable by Code Alone)</a:t>
            </a:r>
            <a:endParaRPr lang="en-US" sz="2000" b="0">
              <a:solidFill>
                <a:schemeClr val="tx2">
                  <a:lumMod val="60000"/>
                  <a:lumOff val="40000"/>
                </a:schemeClr>
              </a:solidFill>
            </a:endParaRPr>
          </a:p>
        </p:txBody>
      </p:sp>
      <p:sp>
        <p:nvSpPr>
          <p:cNvPr id="4" name="Content Placeholder 3">
            <a:extLst>
              <a:ext uri="{FF2B5EF4-FFF2-40B4-BE49-F238E27FC236}">
                <a16:creationId xmlns:a16="http://schemas.microsoft.com/office/drawing/2014/main" id="{C87E598D-7F75-5755-5A7A-D3B7685978FC}"/>
              </a:ext>
            </a:extLst>
          </p:cNvPr>
          <p:cNvSpPr>
            <a:spLocks noGrp="1"/>
          </p:cNvSpPr>
          <p:nvPr>
            <p:ph sz="half" idx="2"/>
          </p:nvPr>
        </p:nvSpPr>
        <p:spPr>
          <a:xfrm>
            <a:off x="2930794" y="1903886"/>
            <a:ext cx="7965460" cy="4368555"/>
          </a:xfrm>
        </p:spPr>
        <p:txBody>
          <a:bodyPr vert="horz" lIns="91440" tIns="0" rIns="91440" bIns="0" rtlCol="0" anchor="t">
            <a:normAutofit/>
          </a:bodyPr>
          <a:lstStyle/>
          <a:p>
            <a:pPr marL="347345" indent="-347345"/>
            <a:r>
              <a:rPr lang="en-US" b="1">
                <a:ea typeface="+mn-lt"/>
                <a:cs typeface="+mn-lt"/>
              </a:rPr>
              <a:t>Delayed Revocation:</a:t>
            </a:r>
            <a:r>
              <a:rPr lang="en-US">
                <a:ea typeface="+mn-lt"/>
                <a:cs typeface="+mn-lt"/>
              </a:rPr>
              <a:t> Captured drones with valid keys authenticate perfectly until the breach is actively detected and revoked.</a:t>
            </a:r>
            <a:endParaRPr lang="en-US">
              <a:cs typeface="Sabon Next LT"/>
            </a:endParaRPr>
          </a:p>
          <a:p>
            <a:pPr marL="347345" indent="-347345"/>
            <a:r>
              <a:rPr lang="en-US" b="1">
                <a:ea typeface="+mn-lt"/>
                <a:cs typeface="+mn-lt"/>
              </a:rPr>
              <a:t>Gradual Spoofing:</a:t>
            </a:r>
            <a:r>
              <a:rPr lang="en-US">
                <a:ea typeface="+mn-lt"/>
                <a:cs typeface="+mn-lt"/>
              </a:rPr>
              <a:t> GPS-AAD prevents sudden location jumps but remains vulnerable to slow, plausible spoofing.</a:t>
            </a:r>
            <a:endParaRPr lang="en-US"/>
          </a:p>
          <a:p>
            <a:pPr marL="347345" indent="-347345"/>
            <a:r>
              <a:rPr lang="en-US" b="1">
                <a:ea typeface="+mn-lt"/>
                <a:cs typeface="+mn-lt"/>
              </a:rPr>
              <a:t>Incomplete Forward Secrecy:</a:t>
            </a:r>
            <a:r>
              <a:rPr lang="en-US">
                <a:ea typeface="+mn-lt"/>
                <a:cs typeface="+mn-lt"/>
              </a:rPr>
              <a:t> The salt ratchet protects past epochs but does not provide true ephemeral-Diffie-Hellman perfect forward secrecy.</a:t>
            </a:r>
            <a:endParaRPr lang="en-US"/>
          </a:p>
          <a:p>
            <a:pPr marL="347345" indent="-347345"/>
            <a:r>
              <a:rPr lang="en-US" b="1">
                <a:ea typeface="+mn-lt"/>
                <a:cs typeface="+mn-lt"/>
              </a:rPr>
              <a:t>Relay Vulnerability:</a:t>
            </a:r>
            <a:r>
              <a:rPr lang="en-US">
                <a:ea typeface="+mn-lt"/>
                <a:cs typeface="+mn-lt"/>
              </a:rPr>
              <a:t> Because it uses a hop-by-hop relay, compromising the host exposes plaintext </a:t>
            </a:r>
            <a:r>
              <a:rPr lang="en-US" err="1">
                <a:ea typeface="+mn-lt"/>
                <a:cs typeface="+mn-lt"/>
              </a:rPr>
              <a:t>MAVLink</a:t>
            </a:r>
            <a:r>
              <a:rPr lang="en-US">
                <a:ea typeface="+mn-lt"/>
                <a:cs typeface="+mn-lt"/>
              </a:rPr>
              <a:t> traffic regardless of encryption strength.</a:t>
            </a:r>
            <a:endParaRPr lang="en-US"/>
          </a:p>
          <a:p>
            <a:pPr marL="347345" indent="-347345"/>
            <a:r>
              <a:rPr lang="en-US" b="1">
                <a:ea typeface="+mn-lt"/>
                <a:cs typeface="+mn-lt"/>
              </a:rPr>
              <a:t>1:1 Topology Limits:</a:t>
            </a:r>
            <a:r>
              <a:rPr lang="en-US">
                <a:ea typeface="+mn-lt"/>
                <a:cs typeface="+mn-lt"/>
              </a:rPr>
              <a:t> The system only supports single GCS-to-drone routing; handling multiple drones requires extending the packet-processing loop.</a:t>
            </a:r>
            <a:endParaRPr lang="en-US"/>
          </a:p>
          <a:p>
            <a:pPr marL="347345" indent="-347345"/>
            <a:r>
              <a:rPr lang="en-US" b="1">
                <a:ea typeface="+mn-lt"/>
                <a:cs typeface="+mn-lt"/>
              </a:rPr>
              <a:t>DDoS Susceptibility:</a:t>
            </a:r>
            <a:r>
              <a:rPr lang="en-US">
                <a:ea typeface="+mn-lt"/>
                <a:cs typeface="+mn-lt"/>
              </a:rPr>
              <a:t> Crypto-layer rate-limiting only saves CPU; it cannot prevent large network-layer volumetric floods.</a:t>
            </a:r>
            <a:endParaRPr lang="en-US"/>
          </a:p>
          <a:p>
            <a:pPr marL="347345" indent="-347345"/>
            <a:endParaRPr lang="en-US">
              <a:cs typeface="Sabon Next LT"/>
            </a:endParaRPr>
          </a:p>
        </p:txBody>
      </p:sp>
      <p:sp>
        <p:nvSpPr>
          <p:cNvPr id="3" name="Slide Number Placeholder 2">
            <a:extLst>
              <a:ext uri="{FF2B5EF4-FFF2-40B4-BE49-F238E27FC236}">
                <a16:creationId xmlns:a16="http://schemas.microsoft.com/office/drawing/2014/main" id="{A836FCD0-FAC5-DCB4-1643-C3EB7B64F4AD}"/>
              </a:ext>
            </a:extLst>
          </p:cNvPr>
          <p:cNvSpPr>
            <a:spLocks noGrp="1"/>
          </p:cNvSpPr>
          <p:nvPr>
            <p:ph type="sldNum" sz="quarter" idx="10"/>
          </p:nvPr>
        </p:nvSpPr>
        <p:spPr/>
        <p:txBody>
          <a:bodyPr/>
          <a:lstStyle/>
          <a:p>
            <a:fld id="{48F63A3B-78C7-47BE-AE5E-E10140E04643}" type="slidenum">
              <a:rPr lang="en-US" smtClean="0"/>
              <a:pPr/>
              <a:t>26</a:t>
            </a:fld>
            <a:endParaRPr lang="en-US"/>
          </a:p>
        </p:txBody>
      </p:sp>
    </p:spTree>
    <p:extLst>
      <p:ext uri="{BB962C8B-B14F-4D97-AF65-F5344CB8AC3E}">
        <p14:creationId xmlns:p14="http://schemas.microsoft.com/office/powerpoint/2010/main" val="2029260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2003899" y="3099403"/>
            <a:ext cx="3365769" cy="659193"/>
          </a:xfrm>
        </p:spPr>
        <p:txBody>
          <a:bodyPr/>
          <a:lstStyle/>
          <a:p>
            <a:r>
              <a:rPr lang="en-US"/>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E6570F2979A114493B9AFDF51859954" ma:contentTypeVersion="5" ma:contentTypeDescription="Create a new document." ma:contentTypeScope="" ma:versionID="a0153712d160fee01208b5d9bd2e55c4">
  <xsd:schema xmlns:xsd="http://www.w3.org/2001/XMLSchema" xmlns:xs="http://www.w3.org/2001/XMLSchema" xmlns:p="http://schemas.microsoft.com/office/2006/metadata/properties" xmlns:ns3="2c0f038d-ba46-4d42-92ce-8686cbdc3e4f" targetNamespace="http://schemas.microsoft.com/office/2006/metadata/properties" ma:root="true" ma:fieldsID="a4b0f49342ba31fdbedcdf5e34be6f33" ns3:_="">
    <xsd:import namespace="2c0f038d-ba46-4d42-92ce-8686cbdc3e4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0f038d-ba46-4d42-92ce-8686cbdc3e4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c0f038d-ba46-4d42-92ce-8686cbdc3e4f" xsi:nil="true"/>
  </documentManagement>
</p:properties>
</file>

<file path=customXml/itemProps1.xml><?xml version="1.0" encoding="utf-8"?>
<ds:datastoreItem xmlns:ds="http://schemas.openxmlformats.org/officeDocument/2006/customXml" ds:itemID="{3B09876B-7999-4C25-B60A-98EAE86A5822}">
  <ds:schemaRefs>
    <ds:schemaRef ds:uri="2c0f038d-ba46-4d42-92ce-8686cbdc3e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www.w3.org/XML/1998/namespace"/>
    <ds:schemaRef ds:uri="2c0f038d-ba46-4d42-92ce-8686cbdc3e4f"/>
    <ds:schemaRef ds:uri="http://purl.org/dc/dcmitype/"/>
    <ds:schemaRef ds:uri="http://schemas.openxmlformats.org/package/2006/metadata/core-properties"/>
    <ds:schemaRef ds:uri="http://schemas.microsoft.com/office/infopath/2007/PartnerControls"/>
    <ds:schemaRef ds:uri="http://purl.org/dc/elements/1.1/"/>
    <ds:schemaRef ds:uri="http://purl.org/dc/terms/"/>
    <ds:schemaRef ds:uri="http://schemas.microsoft.com/office/2006/documentManagement/types"/>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{1EE0B8A5-7B3C-4C65-BEEE-850FB221A7D4}TF8a9b5915-b8c7-461e-8cdd-693d48b5e32371f7b7e2_win32-4bf0b9a2ea37</Template>
  <TotalTime>0</TotalTime>
  <Words>2580</Words>
  <Application>Microsoft Office PowerPoint</Application>
  <PresentationFormat>Widescreen</PresentationFormat>
  <Paragraphs>631</Paragraphs>
  <Slides>27</Slides>
  <Notes>18</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Custom</vt:lpstr>
      <vt:lpstr>Secure internship</vt:lpstr>
      <vt:lpstr>UAV – MAV Link</vt:lpstr>
      <vt:lpstr>Problem Statement:</vt:lpstr>
      <vt:lpstr>WHY WE chose it:</vt:lpstr>
      <vt:lpstr>Tools used:</vt:lpstr>
      <vt:lpstr>Possible solutions:</vt:lpstr>
      <vt:lpstr>How the chacha20 works</vt:lpstr>
      <vt:lpstr>PowerPoint Presentation</vt:lpstr>
      <vt:lpstr>Comparison:</vt:lpstr>
      <vt:lpstr>Chacha 20 – latest resource metrics</vt:lpstr>
      <vt:lpstr>Attacks launched:</vt:lpstr>
      <vt:lpstr>Metrics recorded:</vt:lpstr>
      <vt:lpstr>Single node with our encryption</vt:lpstr>
      <vt:lpstr>Swarm scenarios:</vt:lpstr>
      <vt:lpstr>4 node swarm</vt:lpstr>
      <vt:lpstr>8 node swarm</vt:lpstr>
      <vt:lpstr>16 node swarm</vt:lpstr>
      <vt:lpstr>32 node swarm</vt:lpstr>
      <vt:lpstr>64 node swarm</vt:lpstr>
      <vt:lpstr>Unsolved vulnerabilities:</vt:lpstr>
      <vt:lpstr>If an attacker takes over one drone, the threat does not spread randomly. </vt:lpstr>
      <vt:lpstr>methods We used to Find the Compromised Drone</vt:lpstr>
      <vt:lpstr>Prevention of infections of other Drones</vt:lpstr>
      <vt:lpstr>PowerPoint Presentation</vt:lpstr>
      <vt:lpstr>PowerPoint Presentation</vt:lpstr>
      <vt:lpstr>Residual Limits (Not Fixable by Code Alone)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 Sai</dc:creator>
  <cp:lastModifiedBy>BODELA JAYA NARASIMHA REDDY - [CB.SC.U4CYS25110]</cp:lastModifiedBy>
  <cp:revision>37</cp:revision>
  <dcterms:created xsi:type="dcterms:W3CDTF">2026-07-05T11:40:03Z</dcterms:created>
  <dcterms:modified xsi:type="dcterms:W3CDTF">2026-07-15T08:38:19Z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0x010100FE6570F2979A114493B9AFDF51859954</vt:lpwstr>
  </property>
</Properties>
</file>